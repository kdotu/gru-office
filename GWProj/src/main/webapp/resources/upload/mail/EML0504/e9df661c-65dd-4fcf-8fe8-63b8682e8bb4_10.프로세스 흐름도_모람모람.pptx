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4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325" r:id="rId4"/>
    <p:sldId id="258" r:id="rId5"/>
    <p:sldId id="333" r:id="rId6"/>
    <p:sldId id="261" r:id="rId7"/>
    <p:sldId id="262" r:id="rId8"/>
    <p:sldId id="263" r:id="rId9"/>
    <p:sldId id="275" r:id="rId10"/>
    <p:sldId id="264" r:id="rId11"/>
    <p:sldId id="330" r:id="rId12"/>
    <p:sldId id="284" r:id="rId13"/>
    <p:sldId id="335" r:id="rId14"/>
    <p:sldId id="334" r:id="rId15"/>
    <p:sldId id="267" r:id="rId16"/>
    <p:sldId id="268" r:id="rId17"/>
    <p:sldId id="300" r:id="rId18"/>
    <p:sldId id="301" r:id="rId19"/>
    <p:sldId id="302" r:id="rId20"/>
    <p:sldId id="306" r:id="rId21"/>
    <p:sldId id="314" r:id="rId22"/>
    <p:sldId id="315" r:id="rId23"/>
    <p:sldId id="323" r:id="rId24"/>
    <p:sldId id="260" r:id="rId25"/>
  </p:sldIdLst>
  <p:sldSz cx="9144000" cy="5143500" type="screen16x9"/>
  <p:notesSz cx="6858000" cy="9144000"/>
  <p:defaultTextStyle>
    <a:defPPr>
      <a:defRPr lang="ko-KR"/>
    </a:defPPr>
    <a:lvl1pPr marL="0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29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pos="5290">
          <p15:clr>
            <a:srgbClr val="A4A3A4"/>
          </p15:clr>
        </p15:guide>
        <p15:guide id="2" orient="horz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28" autoAdjust="0"/>
    <p:restoredTop sz="96403" autoAdjust="0"/>
  </p:normalViewPr>
  <p:slideViewPr>
    <p:cSldViewPr snapToGrid="0" snapToObjects="1">
      <p:cViewPr>
        <p:scale>
          <a:sx n="150" d="100"/>
          <a:sy n="150" d="100"/>
        </p:scale>
        <p:origin x="348" y="152"/>
      </p:cViewPr>
      <p:guideLst>
        <p:guide pos="529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5" d="100"/>
          <a:sy n="125" d="100"/>
        </p:scale>
        <p:origin x="-4932" y="-102"/>
      </p:cViewPr>
      <p:guideLst>
        <p:guide pos="5290"/>
        <p:guide orient="horz" pos="288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80D3A79-1F12-44DC-910C-DE78909CA5B0}" type="datetime1">
              <a:rPr lang="ko-KR" altLang="en-US"/>
              <a:pPr lvl="0">
                <a:defRPr/>
              </a:pPr>
              <a:t>2022-12-02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1B35B793-74DE-43B1-B9D3-F22A9F4BB43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93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7C46F0B-B2D3-4C76-95E5-1874D06E050D}" type="datetime1">
              <a:rPr lang="ko-KR" altLang="en-US"/>
              <a:pPr lvl="0">
                <a:defRPr/>
              </a:pPr>
              <a:t>2022-12-02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7035" cy="3086735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530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2001A00C-B843-4881-8936-61286A99C61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3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4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5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97037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6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7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8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9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10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11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12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13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95147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14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4681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15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16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17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18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5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19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21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22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ko-KR" altLang="en-US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2022-12-02</a:t>
            </a:fld>
            <a:endParaRPr lang="ko-KR" altLang="en-US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altLang="ko-KR" sz="1200" b="0" strike="noStrike" cap="none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77914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23</a:t>
            </a:fld>
            <a:endParaRPr lang="en-US" altLang="ko-KR" sz="1200" b="0" strike="noStrike" cap="none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/>
          </p:cNvSpPr>
          <p:nvPr userDrawn="1"/>
        </p:nvSpPr>
        <p:spPr>
          <a:xfrm>
            <a:off x="0" y="0"/>
            <a:ext cx="9144635" cy="5144135"/>
          </a:xfrm>
          <a:prstGeom prst="rect">
            <a:avLst/>
          </a:prstGeom>
          <a:solidFill>
            <a:srgbClr val="4DACF3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8105" tIns="38735" rIns="78105" bIns="38735" numCol="1" anchor="ctr">
            <a:noAutofit/>
          </a:bodyPr>
          <a:lstStyle/>
          <a:p>
            <a:pPr marL="0" indent="0" algn="ctr" defTabSz="779145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500" b="0" strike="noStrike" cap="none" dirty="0">
              <a:latin typeface="맑은 고딕" charset="0"/>
              <a:ea typeface="맑은 고딕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32740" y="668655"/>
            <a:ext cx="1830705" cy="635"/>
          </a:xfrm>
          <a:prstGeom prst="line">
            <a:avLst/>
          </a:prstGeom>
          <a:ln w="28575" cap="flat" cmpd="sng">
            <a:solidFill>
              <a:schemeClr val="bg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332740" y="2766695"/>
            <a:ext cx="1830705" cy="635"/>
          </a:xfrm>
          <a:prstGeom prst="line">
            <a:avLst/>
          </a:prstGeom>
          <a:ln w="28575" cap="flat" cmpd="sng">
            <a:solidFill>
              <a:schemeClr val="bg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날짜 개체 틀 9"/>
          <p:cNvSpPr txBox="1">
            <a:spLocks noGrp="1"/>
          </p:cNvSpPr>
          <p:nvPr>
            <p:ph type="dt"/>
          </p:nvPr>
        </p:nvSpPr>
        <p:spPr>
          <a:xfrm>
            <a:off x="457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US" altLang="ko-KR" sz="1000" b="0" strike="noStrike" cap="none" dirty="0" smtClean="0">
                <a:solidFill>
                  <a:schemeClr val="bg1">
                    <a:lumMod val="95000"/>
                    <a:lumOff val="0"/>
                  </a:schemeClr>
                </a:solidFill>
                <a:latin typeface="Arial" charset="0"/>
                <a:ea typeface="Arial" charset="0"/>
              </a:rPr>
              <a:t>12/2/2022</a:t>
            </a:fld>
            <a:endParaRPr lang="ko-KR" altLang="en-US" sz="1000" b="0" strike="noStrike" cap="none" dirty="0">
              <a:solidFill>
                <a:schemeClr val="bg1">
                  <a:lumMod val="95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0" name="바닥글 개체 틀 10"/>
          <p:cNvSpPr txBox="1">
            <a:spLocks noGrp="1"/>
          </p:cNvSpPr>
          <p:nvPr>
            <p:ph type="ftr"/>
          </p:nvPr>
        </p:nvSpPr>
        <p:spPr>
          <a:xfrm>
            <a:off x="3124200" y="4767580"/>
            <a:ext cx="2896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b="0" strike="noStrike" cap="none" dirty="0">
                <a:solidFill>
                  <a:schemeClr val="bg1">
                    <a:lumMod val="95000"/>
                    <a:lumOff val="0"/>
                  </a:schemeClr>
                </a:solidFill>
                <a:latin typeface="Arial" charset="0"/>
                <a:ea typeface="Arial" charset="0"/>
              </a:rPr>
              <a:t>바닥글</a:t>
            </a:r>
            <a:endParaRPr lang="ko-KR" altLang="en-US" sz="1000" b="0" strike="noStrike" cap="none" dirty="0">
              <a:solidFill>
                <a:schemeClr val="bg1">
                  <a:lumMod val="95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1" name="슬라이드 번호 개체 틀 11"/>
          <p:cNvSpPr txBox="1">
            <a:spLocks noGrp="1"/>
          </p:cNvSpPr>
          <p:nvPr>
            <p:ph type="sldNum" idx="12"/>
          </p:nvPr>
        </p:nvSpPr>
        <p:spPr>
          <a:xfrm>
            <a:off x="6553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000" b="0" strike="noStrike" cap="none" dirty="0" smtClean="0">
                <a:solidFill>
                  <a:schemeClr val="bg1">
                    <a:lumMod val="95000"/>
                    <a:lumOff val="0"/>
                  </a:schemeClr>
                </a:solidFill>
                <a:latin typeface="Arial" charset="0"/>
                <a:ea typeface="Arial" charset="0"/>
              </a:rPr>
              <a:t>‹#›</a:t>
            </a:fld>
            <a:endParaRPr lang="ko-KR" altLang="en-US" sz="1000" b="0" strike="noStrike" cap="none" dirty="0">
              <a:solidFill>
                <a:schemeClr val="bg1">
                  <a:lumMod val="95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6" name="Text Placeholder 16"/>
          <p:cNvSpPr txBox="1">
            <a:spLocks noGrp="1"/>
          </p:cNvSpPr>
          <p:nvPr>
            <p:ph type="ctrTitle"/>
          </p:nvPr>
        </p:nvSpPr>
        <p:spPr>
          <a:xfrm>
            <a:off x="273050" y="934085"/>
            <a:ext cx="4398645" cy="115760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900" b="1" strike="noStrike" cap="none" dirty="0">
                <a:solidFill>
                  <a:schemeClr val="bg1"/>
                </a:solidFill>
                <a:latin typeface="Arial" charset="0"/>
                <a:ea typeface="Arial" charset="0"/>
              </a:rPr>
              <a:t>마스터 제목 스타일 편집</a:t>
            </a:r>
            <a:endParaRPr lang="ko-KR" altLang="en-US" sz="3900" b="1" strike="noStrike" cap="none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17" name="Subtitle 17"/>
          <p:cNvSpPr txBox="1">
            <a:spLocks noGrp="1"/>
          </p:cNvSpPr>
          <p:nvPr>
            <p:ph type="subTitle" hasCustomPrompt="1"/>
          </p:nvPr>
        </p:nvSpPr>
        <p:spPr>
          <a:xfrm>
            <a:off x="273050" y="2304415"/>
            <a:ext cx="2313940" cy="33528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900" b="0" strike="noStrike" cap="none" dirty="0">
                <a:solidFill>
                  <a:srgbClr val="D5EAFB"/>
                </a:solidFill>
                <a:latin typeface="Arial" charset="0"/>
                <a:ea typeface="Arial" charset="0"/>
              </a:rPr>
              <a:t>마스터 텍스트 스타일을 편집합니다.</a:t>
            </a:r>
            <a:endParaRPr lang="ko-KR" altLang="en-US" sz="900" b="0" strike="noStrike" cap="none" dirty="0">
              <a:solidFill>
                <a:srgbClr val="D5EAFB"/>
              </a:solidFill>
              <a:latin typeface="Arial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83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>
            <a:spLocks/>
          </p:cNvSpPr>
          <p:nvPr userDrawn="1"/>
        </p:nvSpPr>
        <p:spPr>
          <a:xfrm>
            <a:off x="0" y="-16510"/>
            <a:ext cx="9144635" cy="260350"/>
          </a:xfrm>
          <a:prstGeom prst="rect">
            <a:avLst/>
          </a:prstGeom>
          <a:solidFill>
            <a:srgbClr val="4DACF3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8105" tIns="38735" rIns="78105" bIns="38735" numCol="1" anchor="ctr">
            <a:noAutofit/>
          </a:bodyPr>
          <a:lstStyle/>
          <a:p>
            <a:pPr marL="0" indent="0" algn="ctr" defTabSz="779145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500" b="0" strike="noStrike" cap="none" dirty="0">
              <a:latin typeface="맑은 고딕" charset="0"/>
              <a:ea typeface="맑은 고딕" charset="0"/>
            </a:endParaRPr>
          </a:p>
        </p:txBody>
      </p:sp>
      <p:sp>
        <p:nvSpPr>
          <p:cNvPr id="2049" name="제목 2048"/>
          <p:cNvSpPr txBox="1">
            <a:spLocks noGrp="1"/>
          </p:cNvSpPr>
          <p:nvPr>
            <p:ph type="title"/>
          </p:nvPr>
        </p:nvSpPr>
        <p:spPr>
          <a:xfrm>
            <a:off x="344170" y="-3175"/>
            <a:ext cx="2865755" cy="263525"/>
          </a:xfrm>
          <a:prstGeom prst="rect">
            <a:avLst/>
          </a:prstGeom>
        </p:spPr>
        <p:txBody>
          <a:bodyPr vert="horz" wrap="square" lIns="78105" tIns="38735" rIns="78105" bIns="38735" numCol="1" anchor="ctr">
            <a:norm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200" b="1" strike="noStrike" cap="none" dirty="0">
                <a:solidFill>
                  <a:schemeClr val="bg1"/>
                </a:solidFill>
                <a:latin typeface="Arial" charset="0"/>
                <a:ea typeface="Arial" charset="0"/>
              </a:rPr>
              <a:t>마스터 제목 스타일 편집</a:t>
            </a:r>
            <a:endParaRPr lang="ko-KR" altLang="en-US" sz="1200" b="1" strike="noStrike" cap="none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타원 4"/>
          <p:cNvSpPr>
            <a:spLocks/>
          </p:cNvSpPr>
          <p:nvPr userDrawn="1"/>
        </p:nvSpPr>
        <p:spPr>
          <a:xfrm>
            <a:off x="222885" y="64770"/>
            <a:ext cx="108585" cy="108585"/>
          </a:xfrm>
          <a:prstGeom prst="ellipse">
            <a:avLst/>
          </a:prstGeom>
          <a:solidFill>
            <a:schemeClr val="bg1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779145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500" b="0" strike="noStrike" cap="none" dirty="0">
              <a:latin typeface="맑은 고딕" charset="0"/>
              <a:ea typeface="맑은 고딕" charset="0"/>
            </a:endParaRPr>
          </a:p>
        </p:txBody>
      </p:sp>
      <p:sp>
        <p:nvSpPr>
          <p:cNvPr id="2050" name="날짜 개체 틀 2050"/>
          <p:cNvSpPr txBox="1">
            <a:spLocks noGrp="1"/>
          </p:cNvSpPr>
          <p:nvPr>
            <p:ph type="dt"/>
          </p:nvPr>
        </p:nvSpPr>
        <p:spPr>
          <a:xfrm>
            <a:off x="457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US" altLang="ko-KR" sz="1000" b="0" strike="noStrike" cap="none" dirty="0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12/2/2022</a:t>
            </a:fld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1" name="바닥글 개체 틀 2051"/>
          <p:cNvSpPr txBox="1">
            <a:spLocks noGrp="1"/>
          </p:cNvSpPr>
          <p:nvPr>
            <p:ph type="ftr"/>
          </p:nvPr>
        </p:nvSpPr>
        <p:spPr>
          <a:xfrm>
            <a:off x="3124200" y="4767580"/>
            <a:ext cx="2896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b="0" strike="noStrike" cap="none" dirty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바닥글</a:t>
            </a:r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2" name="슬라이드 번호 개체 틀 2052"/>
          <p:cNvSpPr txBox="1">
            <a:spLocks noGrp="1"/>
          </p:cNvSpPr>
          <p:nvPr>
            <p:ph type="sldNum" idx="12"/>
          </p:nvPr>
        </p:nvSpPr>
        <p:spPr>
          <a:xfrm>
            <a:off x="6553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000" b="0" strike="noStrike" cap="none" dirty="0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‹#›</a:t>
            </a:fld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5" name="Subtitle 2055"/>
          <p:cNvSpPr txBox="1">
            <a:spLocks noGrp="1"/>
          </p:cNvSpPr>
          <p:nvPr>
            <p:ph type="subTitle" hasCustomPrompt="1"/>
          </p:nvPr>
        </p:nvSpPr>
        <p:spPr>
          <a:xfrm>
            <a:off x="479425" y="795655"/>
            <a:ext cx="8366760" cy="49847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0" indent="0" algn="l" defTabSz="91440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b="0" strike="noStrike" cap="none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</a:rPr>
              <a:t>마스터 텍스트 스타일을 편집합니다.</a:t>
            </a:r>
            <a:endParaRPr lang="ko-KR" altLang="en-US" sz="900" b="0" strike="noStrike" cap="none" dirty="0">
              <a:solidFill>
                <a:schemeClr val="bg1">
                  <a:lumMod val="50000"/>
                </a:schemeClr>
              </a:solidFill>
              <a:latin typeface="Arial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02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048"/>
          <p:cNvSpPr txBox="1">
            <a:spLocks noGrp="1"/>
          </p:cNvSpPr>
          <p:nvPr>
            <p:ph type="title" hasCustomPrompt="1"/>
          </p:nvPr>
        </p:nvSpPr>
        <p:spPr>
          <a:xfrm>
            <a:off x="235585" y="1360170"/>
            <a:ext cx="8496300" cy="937895"/>
          </a:xfrm>
          <a:prstGeom prst="rect">
            <a:avLst/>
          </a:prstGeom>
        </p:spPr>
        <p:txBody>
          <a:bodyPr vert="horz" wrap="square" lIns="78105" tIns="38735" rIns="78105" bIns="38735" numCol="1" anchor="t">
            <a:no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300" b="1" strike="noStrike" cap="none" dirty="0">
                <a:solidFill>
                  <a:srgbClr val="4DACF3"/>
                </a:solidFill>
                <a:latin typeface="맑은 고딕" charset="0"/>
                <a:ea typeface="맑은 고딕" charset="0"/>
              </a:rPr>
              <a:t>Thank you.</a:t>
            </a:r>
            <a:endParaRPr lang="ko-KR" altLang="en-US" sz="4300" b="1" strike="noStrike" cap="none" dirty="0">
              <a:solidFill>
                <a:srgbClr val="4DACF3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32740" y="668655"/>
            <a:ext cx="1830705" cy="635"/>
          </a:xfrm>
          <a:prstGeom prst="line">
            <a:avLst/>
          </a:prstGeom>
          <a:ln w="28575" cap="flat" cmpd="sng">
            <a:solidFill>
              <a:srgbClr val="4DACF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32740" y="2766695"/>
            <a:ext cx="1830705" cy="635"/>
          </a:xfrm>
          <a:prstGeom prst="line">
            <a:avLst/>
          </a:prstGeom>
          <a:ln w="28575" cap="flat" cmpd="sng">
            <a:solidFill>
              <a:srgbClr val="4DACF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날짜 개체 틀 12"/>
          <p:cNvSpPr txBox="1">
            <a:spLocks noGrp="1"/>
          </p:cNvSpPr>
          <p:nvPr>
            <p:ph type="dt"/>
          </p:nvPr>
        </p:nvSpPr>
        <p:spPr>
          <a:xfrm>
            <a:off x="457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US" altLang="ko-KR" sz="1000" b="0" strike="noStrike" cap="none" dirty="0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12/2/2022</a:t>
            </a:fld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3" name="바닥글 개체 틀 13"/>
          <p:cNvSpPr txBox="1">
            <a:spLocks noGrp="1"/>
          </p:cNvSpPr>
          <p:nvPr>
            <p:ph type="ftr"/>
          </p:nvPr>
        </p:nvSpPr>
        <p:spPr>
          <a:xfrm>
            <a:off x="3124200" y="4767580"/>
            <a:ext cx="2896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b="0" strike="noStrike" cap="none" dirty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바닥글</a:t>
            </a:r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4" name="슬라이드 번호 개체 틀 14"/>
          <p:cNvSpPr txBox="1">
            <a:spLocks noGrp="1"/>
          </p:cNvSpPr>
          <p:nvPr>
            <p:ph type="sldNum" idx="12"/>
          </p:nvPr>
        </p:nvSpPr>
        <p:spPr>
          <a:xfrm>
            <a:off x="6553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000" b="0" strike="noStrike" cap="none" dirty="0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‹#›</a:t>
            </a:fld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2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 txBox="1">
            <a:spLocks noGrp="1"/>
          </p:cNvSpPr>
          <p:nvPr>
            <p:ph type="dt"/>
          </p:nvPr>
        </p:nvSpPr>
        <p:spPr>
          <a:xfrm>
            <a:off x="457200" y="4697730"/>
            <a:ext cx="1830070" cy="34417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l" defTabSz="5080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900" b="0" strike="noStrike" cap="none" dirty="0" smtClean="0">
                <a:solidFill>
                  <a:srgbClr val="898989"/>
                </a:solidFill>
                <a:latin typeface="Times New Roman" charset="0"/>
                <a:ea typeface="Times New Roman" charset="0"/>
              </a:rPr>
              <a:t>2022-12-02</a:t>
            </a:fld>
            <a:endParaRPr lang="ko-KR" altLang="en-US" sz="900" b="0" strike="noStrike" cap="none" dirty="0">
              <a:solidFill>
                <a:srgbClr val="898989"/>
              </a:solidFill>
              <a:latin typeface="Times New Roman" charset="0"/>
              <a:ea typeface="Times New Roman" charset="0"/>
            </a:endParaRPr>
          </a:p>
        </p:txBody>
      </p:sp>
      <p:sp>
        <p:nvSpPr>
          <p:cNvPr id="2" name="Footer Placeholder 1"/>
          <p:cNvSpPr txBox="1">
            <a:spLocks noGrp="1"/>
          </p:cNvSpPr>
          <p:nvPr>
            <p:ph type="ftr"/>
          </p:nvPr>
        </p:nvSpPr>
        <p:spPr>
          <a:xfrm>
            <a:off x="3200400" y="4697730"/>
            <a:ext cx="2744470" cy="34417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ctr" defTabSz="5080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900" b="0" strike="noStrike" cap="none" dirty="0">
                <a:solidFill>
                  <a:srgbClr val="898989"/>
                </a:solidFill>
                <a:latin typeface="Times New Roman" charset="0"/>
                <a:ea typeface="Times New Roman" charset="0"/>
              </a:rPr>
              <a:t>바닥글</a:t>
            </a:r>
            <a:endParaRPr lang="ko-KR" altLang="en-US" sz="900" b="0" strike="noStrike" cap="none" dirty="0">
              <a:solidFill>
                <a:srgbClr val="898989"/>
              </a:solidFill>
              <a:latin typeface="Times New Roman" charset="0"/>
              <a:ea typeface="Times New Roman" charset="0"/>
            </a:endParaRPr>
          </a:p>
        </p:txBody>
      </p:sp>
      <p:sp>
        <p:nvSpPr>
          <p:cNvPr id="3" name="Slide Number Placeholder 1"/>
          <p:cNvSpPr txBox="1">
            <a:spLocks noGrp="1"/>
          </p:cNvSpPr>
          <p:nvPr>
            <p:ph type="sldNum" idx="12"/>
          </p:nvPr>
        </p:nvSpPr>
        <p:spPr>
          <a:xfrm>
            <a:off x="6858000" y="4697730"/>
            <a:ext cx="1830070" cy="34417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5080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b="0" strike="noStrike" cap="none" dirty="0" smtClean="0">
                <a:solidFill>
                  <a:srgbClr val="898989"/>
                </a:solidFill>
                <a:latin typeface="Times New Roman" charset="0"/>
                <a:ea typeface="Times New Roman" charset="0"/>
              </a:rPr>
              <a:t>‹#›</a:t>
            </a:fld>
            <a:endParaRPr lang="ko-KR" altLang="en-US" sz="900" b="0" strike="noStrike" cap="none" dirty="0">
              <a:solidFill>
                <a:srgbClr val="898989"/>
              </a:solidFill>
              <a:latin typeface="Times New Roman" charset="0"/>
              <a:ea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82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</p:sldLayoutIdLst>
  <p:txStyles>
    <p:titleStyle>
      <a:lvl1pPr algn="ctr" defTabSz="779252" rtl="0" eaLnBrk="1" latinLnBrk="1" hangingPunct="1">
        <a:spcBef>
          <a:spcPct val="0"/>
        </a:spcBef>
        <a:buNone/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2219" indent="-292219" algn="l" defTabSz="779252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33142" indent="-243516" algn="l" defTabSz="779252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4065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63690" indent="-194813" algn="l" defTabSz="779252" rtl="0" eaLnBrk="1" latinLnBrk="1" hangingPunct="1">
        <a:spcBef>
          <a:spcPct val="20000"/>
        </a:spcBef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3316" indent="-194813" algn="l" defTabSz="779252" rtl="0" eaLnBrk="1" latinLnBrk="1" hangingPunct="1">
        <a:spcBef>
          <a:spcPct val="20000"/>
        </a:spcBef>
        <a:buFont typeface="Arial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2942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568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2194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820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626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252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878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503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8129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755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381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7007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/>
          </p:cNvSpPr>
          <p:nvPr/>
        </p:nvSpPr>
        <p:spPr>
          <a:xfrm>
            <a:off x="1929130" y="1422400"/>
            <a:ext cx="5277485" cy="678180"/>
          </a:xfrm>
          <a:prstGeom prst="rect">
            <a:avLst/>
          </a:prstGeom>
          <a:noFill/>
        </p:spPr>
        <p:txBody>
          <a:bodyPr vert="horz" wrap="square" lIns="78105" tIns="38735" rIns="78105" bIns="38735" numCol="1" anchor="t">
            <a:spAutoFit/>
          </a:bodyPr>
          <a:lstStyle/>
          <a:p>
            <a:pPr marL="0" indent="0" algn="l" defTabSz="779145" eaLnBrk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900" b="1" strike="noStrike" cap="none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R.S.P 프로세스 흐름도</a:t>
            </a:r>
            <a:endParaRPr lang="ko-KR" altLang="en-US" sz="3900" b="1" strike="noStrike" cap="none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958113"/>
              </p:ext>
            </p:extLst>
          </p:nvPr>
        </p:nvGraphicFramePr>
        <p:xfrm>
          <a:off x="4980305" y="3670300"/>
          <a:ext cx="3887470" cy="11074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943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indent="0" algn="ctr" defTabSz="9144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문서관리번호</a:t>
                      </a:r>
                      <a:endParaRPr lang="ko-KR" altLang="en-US" sz="18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 defTabSz="9144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    성    일</a:t>
                      </a:r>
                      <a:endParaRPr lang="ko-KR" altLang="en-US" sz="18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2022. 11. </a:t>
                      </a:r>
                      <a:r>
                        <a:rPr lang="en-US" altLang="ko-KR" sz="1800" b="0" strike="noStrike" kern="1200" cap="none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30</a:t>
                      </a:r>
                      <a:endParaRPr lang="ko-KR" altLang="en-US" sz="18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 defTabSz="9144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보           안</a:t>
                      </a:r>
                      <a:endParaRPr lang="ko-KR" altLang="en-US" sz="18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일     반     본</a:t>
                      </a:r>
                      <a:endParaRPr lang="ko-KR" altLang="en-US" sz="18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642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321310" y="-36830"/>
            <a:ext cx="82931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INDEX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953176"/>
              </p:ext>
            </p:extLst>
          </p:nvPr>
        </p:nvGraphicFramePr>
        <p:xfrm>
          <a:off x="322580" y="537210"/>
          <a:ext cx="8099425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940">
                <a:tc gridSpan="5"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800" b="1" strike="noStrike" kern="1200" cap="none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문서개정이력표</a:t>
                      </a:r>
                      <a:endParaRPr lang="ko-KR" altLang="en-US" sz="18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  <a:defRPr/>
                      </a:pPr>
                      <a:endParaRPr lang="ko-KR" altLang="en-US" b="0" kern="1200" cap="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  <a:defRPr/>
                      </a:pPr>
                      <a:endParaRPr lang="ko-KR" altLang="en-US" b="0" kern="1200" cap="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  <a:defRPr/>
                      </a:pPr>
                      <a:endParaRPr lang="ko-KR" altLang="en-US" b="0" kern="1200" cap="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  <a:defRPr/>
                      </a:pPr>
                      <a:endParaRPr lang="ko-KR" altLang="en-US" b="0" kern="1200" cap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800" b="1" strike="noStrike" kern="1200" cap="none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문서명</a:t>
                      </a:r>
                      <a:endParaRPr lang="ko-KR" altLang="en-US" sz="18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  <a:defRPr/>
                      </a:pPr>
                      <a:endParaRPr lang="ko-KR" altLang="en-US" b="0" kern="1200" cap="non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800" b="1" strike="noStrike" kern="1200" cap="none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프로세스 흐름도</a:t>
                      </a:r>
                      <a:endParaRPr lang="ko-KR" altLang="en-US" sz="18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  <a:defRPr/>
                      </a:pPr>
                      <a:endParaRPr lang="ko-KR" altLang="en-US" b="0" kern="1200" cap="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  <a:defRPr/>
                      </a:pPr>
                      <a:endParaRPr lang="ko-KR" altLang="en-US" b="0" kern="1200" cap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1" strike="noStrike" kern="1200" cap="none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1" strike="noStrike" kern="1200" cap="none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날짜</a:t>
                      </a: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1" strike="noStrike" kern="1200" cap="none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1" strike="noStrike" kern="1200" cap="none" dirty="0" err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1" strike="noStrike" kern="1200" cap="none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승인자</a:t>
                      </a: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1" strike="noStrike" kern="1200" cap="none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최초 제정 및 내용 작성</a:t>
                      </a: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  <a:endParaRPr lang="en-US" altLang="ko-KR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ko-KR" altLang="en-US" sz="1000" b="1" strike="noStrike" kern="1200" cap="none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951443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RSP-USER-1 ~ 7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로그인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텍스트 상자 75"/>
          <p:cNvSpPr txBox="1"/>
          <p:nvPr/>
        </p:nvSpPr>
        <p:spPr>
          <a:xfrm>
            <a:off x="3332480" y="967105"/>
            <a:ext cx="2521585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80" name="도형 79"/>
          <p:cNvSpPr/>
          <p:nvPr/>
        </p:nvSpPr>
        <p:spPr>
          <a:xfrm>
            <a:off x="4980624" y="1939290"/>
            <a:ext cx="1544955" cy="83248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>
                <a:latin typeface="맑은 고딕"/>
                <a:ea typeface="맑은 고딕"/>
              </a:rPr>
              <a:t>아이디 / </a:t>
            </a:r>
          </a:p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>
                <a:latin typeface="맑은 고딕"/>
                <a:ea typeface="맑은 고딕"/>
              </a:rPr>
              <a:t>비밀번호 </a:t>
            </a:r>
          </a:p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>
                <a:latin typeface="맑은 고딕"/>
                <a:ea typeface="맑은 고딕"/>
              </a:rPr>
              <a:t>오류시 </a:t>
            </a:r>
          </a:p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>
                <a:latin typeface="맑은 고딕"/>
                <a:ea typeface="맑은 고딕"/>
              </a:rPr>
              <a:t>경고창 출력</a:t>
            </a:r>
            <a:endParaRPr lang="ko-KR" altLang="en-US" sz="900" b="0" strike="noStrike" cap="none">
              <a:latin typeface="맑은 고딕"/>
              <a:ea typeface="맑은 고딕"/>
            </a:endParaRPr>
          </a:p>
        </p:txBody>
      </p:sp>
      <p:sp>
        <p:nvSpPr>
          <p:cNvPr id="83" name="도형 82"/>
          <p:cNvSpPr/>
          <p:nvPr/>
        </p:nvSpPr>
        <p:spPr>
          <a:xfrm>
            <a:off x="5055554" y="3431540"/>
            <a:ext cx="1511300" cy="80708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>
                <a:latin typeface="맑은 고딕"/>
                <a:ea typeface="맑은 고딕"/>
              </a:rPr>
              <a:t>입력 정보</a:t>
            </a:r>
          </a:p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>
                <a:latin typeface="맑은 고딕"/>
                <a:ea typeface="맑은 고딕"/>
              </a:rPr>
              <a:t>오류시 </a:t>
            </a:r>
          </a:p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>
                <a:latin typeface="맑은 고딕"/>
                <a:ea typeface="맑은 고딕"/>
              </a:rPr>
              <a:t>경고창 출력</a:t>
            </a:r>
            <a:endParaRPr lang="ko-KR" altLang="en-US" sz="900" b="0" strike="noStrike" cap="none">
              <a:latin typeface="맑은 고딕"/>
              <a:ea typeface="맑은 고딕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9828A6B-0431-E329-8794-87E3AB98ABA5}"/>
              </a:ext>
            </a:extLst>
          </p:cNvPr>
          <p:cNvGrpSpPr/>
          <p:nvPr/>
        </p:nvGrpSpPr>
        <p:grpSpPr>
          <a:xfrm>
            <a:off x="924313" y="1537334"/>
            <a:ext cx="1535430" cy="3176421"/>
            <a:chOff x="717550" y="1537334"/>
            <a:chExt cx="1535430" cy="3176421"/>
          </a:xfrm>
        </p:grpSpPr>
        <p:sp>
          <p:nvSpPr>
            <p:cNvPr id="82" name="도형 81"/>
            <p:cNvSpPr/>
            <p:nvPr/>
          </p:nvSpPr>
          <p:spPr>
            <a:xfrm>
              <a:off x="717551" y="2969895"/>
              <a:ext cx="1535112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2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아이디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찾기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7" name="도형 86"/>
            <p:cNvSpPr/>
            <p:nvPr/>
          </p:nvSpPr>
          <p:spPr>
            <a:xfrm>
              <a:off x="717551" y="4389755"/>
              <a:ext cx="1535429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2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비밀번호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찾기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5" name="도형 94"/>
            <p:cNvSpPr/>
            <p:nvPr/>
          </p:nvSpPr>
          <p:spPr>
            <a:xfrm>
              <a:off x="717550" y="1537334"/>
              <a:ext cx="1535112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1.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로그인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화면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9BA3FAC-5367-4414-B90E-98F1EF3BA4B5}"/>
              </a:ext>
            </a:extLst>
          </p:cNvPr>
          <p:cNvGrpSpPr/>
          <p:nvPr/>
        </p:nvGrpSpPr>
        <p:grpSpPr>
          <a:xfrm>
            <a:off x="2953460" y="1537335"/>
            <a:ext cx="1436370" cy="3176420"/>
            <a:chOff x="2918460" y="1537335"/>
            <a:chExt cx="1436370" cy="3176420"/>
          </a:xfrm>
        </p:grpSpPr>
        <p:sp>
          <p:nvSpPr>
            <p:cNvPr id="84" name="도형 83"/>
            <p:cNvSpPr/>
            <p:nvPr/>
          </p:nvSpPr>
          <p:spPr>
            <a:xfrm>
              <a:off x="2933065" y="2971800"/>
              <a:ext cx="1421765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3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아이디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찾기</a:t>
              </a:r>
              <a:endPara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화면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8" name="도형 87"/>
            <p:cNvSpPr/>
            <p:nvPr/>
          </p:nvSpPr>
          <p:spPr>
            <a:xfrm>
              <a:off x="2918460" y="4389755"/>
              <a:ext cx="1436370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3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비밀번호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찾기</a:t>
              </a:r>
              <a:endPara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화면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6" name="도형 95"/>
            <p:cNvSpPr/>
            <p:nvPr/>
          </p:nvSpPr>
          <p:spPr>
            <a:xfrm>
              <a:off x="2918460" y="1537335"/>
              <a:ext cx="1436370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2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아이디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/ 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비밀번호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77540C3-08CF-3FEB-E6FD-D13B18B9A08C}"/>
              </a:ext>
            </a:extLst>
          </p:cNvPr>
          <p:cNvGrpSpPr/>
          <p:nvPr/>
        </p:nvGrpSpPr>
        <p:grpSpPr>
          <a:xfrm>
            <a:off x="4883547" y="1531620"/>
            <a:ext cx="1526930" cy="3176420"/>
            <a:chOff x="4952856" y="1537335"/>
            <a:chExt cx="1526930" cy="3176420"/>
          </a:xfrm>
        </p:grpSpPr>
        <p:sp>
          <p:nvSpPr>
            <p:cNvPr id="85" name="도형 84"/>
            <p:cNvSpPr/>
            <p:nvPr/>
          </p:nvSpPr>
          <p:spPr>
            <a:xfrm>
              <a:off x="4968486" y="2969895"/>
              <a:ext cx="1511300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4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이름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,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이메일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9" name="도형 88"/>
            <p:cNvSpPr/>
            <p:nvPr/>
          </p:nvSpPr>
          <p:spPr>
            <a:xfrm>
              <a:off x="4952856" y="4389755"/>
              <a:ext cx="1511300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4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아이디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,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이메일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7" name="도형 96"/>
            <p:cNvSpPr/>
            <p:nvPr/>
          </p:nvSpPr>
          <p:spPr>
            <a:xfrm>
              <a:off x="4952856" y="1537335"/>
              <a:ext cx="1511300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3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로그인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74E18B1-FD85-5691-8008-ADE59335578F}"/>
              </a:ext>
            </a:extLst>
          </p:cNvPr>
          <p:cNvGrpSpPr/>
          <p:nvPr/>
        </p:nvGrpSpPr>
        <p:grpSpPr>
          <a:xfrm>
            <a:off x="6908867" y="1530984"/>
            <a:ext cx="1486534" cy="3193416"/>
            <a:chOff x="7092949" y="1530984"/>
            <a:chExt cx="1486534" cy="3193416"/>
          </a:xfrm>
        </p:grpSpPr>
        <p:sp>
          <p:nvSpPr>
            <p:cNvPr id="86" name="도형 85"/>
            <p:cNvSpPr/>
            <p:nvPr/>
          </p:nvSpPr>
          <p:spPr>
            <a:xfrm>
              <a:off x="7092949" y="2971800"/>
              <a:ext cx="1486533" cy="288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5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아이디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전체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0" name="도형 89"/>
            <p:cNvSpPr/>
            <p:nvPr/>
          </p:nvSpPr>
          <p:spPr>
            <a:xfrm>
              <a:off x="7092950" y="4389755"/>
              <a:ext cx="1486533" cy="33464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5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5</a:t>
              </a: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95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비밀번호</a:t>
              </a:r>
              <a:endParaRPr lang="en-US" altLang="ko-KR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5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이메일로</a:t>
              </a: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5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전송</a:t>
              </a:r>
              <a:endParaRPr lang="ko-KR" altLang="en-US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8" name="도형 97"/>
            <p:cNvSpPr/>
            <p:nvPr/>
          </p:nvSpPr>
          <p:spPr>
            <a:xfrm>
              <a:off x="7092950" y="1530984"/>
              <a:ext cx="1486532" cy="324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Arial"/>
                  <a:ea typeface="Arial"/>
                </a:rPr>
                <a:t>4</a:t>
              </a: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. 메인화면 출력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FE3EE2A-AE91-EA93-C700-DA809CA5AF69}"/>
              </a:ext>
            </a:extLst>
          </p:cNvPr>
          <p:cNvGrpSpPr/>
          <p:nvPr/>
        </p:nvGrpSpPr>
        <p:grpSpPr>
          <a:xfrm>
            <a:off x="504431" y="1695130"/>
            <a:ext cx="350521" cy="2862000"/>
            <a:chOff x="361631" y="1695130"/>
            <a:chExt cx="350521" cy="2862000"/>
          </a:xfrm>
        </p:grpSpPr>
        <p:cxnSp>
          <p:nvCxnSpPr>
            <p:cNvPr id="4" name="도형 105">
              <a:extLst>
                <a:ext uri="{FF2B5EF4-FFF2-40B4-BE49-F238E27FC236}">
                  <a16:creationId xmlns:a16="http://schemas.microsoft.com/office/drawing/2014/main" id="{BBC6B6FD-4F95-FF3D-292D-75D5373335B5}"/>
                </a:ext>
              </a:extLst>
            </p:cNvPr>
            <p:cNvCxnSpPr>
              <a:cxnSpLocks/>
            </p:cNvCxnSpPr>
            <p:nvPr/>
          </p:nvCxnSpPr>
          <p:spPr>
            <a:xfrm>
              <a:off x="361631" y="1700847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도형 105">
              <a:extLst>
                <a:ext uri="{FF2B5EF4-FFF2-40B4-BE49-F238E27FC236}">
                  <a16:creationId xmlns:a16="http://schemas.microsoft.com/office/drawing/2014/main" id="{5EA93045-C510-7878-E26F-C43BCE853286}"/>
                </a:ext>
              </a:extLst>
            </p:cNvPr>
            <p:cNvCxnSpPr>
              <a:cxnSpLocks/>
            </p:cNvCxnSpPr>
            <p:nvPr/>
          </p:nvCxnSpPr>
          <p:spPr>
            <a:xfrm>
              <a:off x="361631" y="3137535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B56B00E-7B40-6142-A952-AC10E6426B10}"/>
                </a:ext>
              </a:extLst>
            </p:cNvPr>
            <p:cNvCxnSpPr>
              <a:cxnSpLocks/>
            </p:cNvCxnSpPr>
            <p:nvPr/>
          </p:nvCxnSpPr>
          <p:spPr>
            <a:xfrm>
              <a:off x="361631" y="1695130"/>
              <a:ext cx="0" cy="2862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도형 105">
              <a:extLst>
                <a:ext uri="{FF2B5EF4-FFF2-40B4-BE49-F238E27FC236}">
                  <a16:creationId xmlns:a16="http://schemas.microsoft.com/office/drawing/2014/main" id="{10C1AE29-0DEB-C640-F14F-A2338CB913E7}"/>
                </a:ext>
              </a:extLst>
            </p:cNvPr>
            <p:cNvCxnSpPr>
              <a:cxnSpLocks/>
            </p:cNvCxnSpPr>
            <p:nvPr/>
          </p:nvCxnSpPr>
          <p:spPr>
            <a:xfrm>
              <a:off x="361631" y="4553903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5BCB0C2-D11C-B498-F38F-1A06D2A14E9E}"/>
              </a:ext>
            </a:extLst>
          </p:cNvPr>
          <p:cNvGrpSpPr/>
          <p:nvPr/>
        </p:nvGrpSpPr>
        <p:grpSpPr>
          <a:xfrm>
            <a:off x="2532453" y="1707222"/>
            <a:ext cx="351646" cy="2837816"/>
            <a:chOff x="2368621" y="1722437"/>
            <a:chExt cx="351646" cy="2837816"/>
          </a:xfrm>
        </p:grpSpPr>
        <p:cxnSp>
          <p:nvCxnSpPr>
            <p:cNvPr id="11" name="도형 103">
              <a:extLst>
                <a:ext uri="{FF2B5EF4-FFF2-40B4-BE49-F238E27FC236}">
                  <a16:creationId xmlns:a16="http://schemas.microsoft.com/office/drawing/2014/main" id="{80021FF8-23D4-D0AB-4A27-F50DA4E12A06}"/>
                </a:ext>
              </a:extLst>
            </p:cNvPr>
            <p:cNvCxnSpPr>
              <a:cxnSpLocks/>
            </p:cNvCxnSpPr>
            <p:nvPr/>
          </p:nvCxnSpPr>
          <p:spPr>
            <a:xfrm>
              <a:off x="2368621" y="3137535"/>
              <a:ext cx="35164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도형 103">
              <a:extLst>
                <a:ext uri="{FF2B5EF4-FFF2-40B4-BE49-F238E27FC236}">
                  <a16:creationId xmlns:a16="http://schemas.microsoft.com/office/drawing/2014/main" id="{40E1C5F8-481A-6415-BBF9-A5AEEFF1EBCD}"/>
                </a:ext>
              </a:extLst>
            </p:cNvPr>
            <p:cNvCxnSpPr>
              <a:cxnSpLocks/>
            </p:cNvCxnSpPr>
            <p:nvPr/>
          </p:nvCxnSpPr>
          <p:spPr>
            <a:xfrm>
              <a:off x="2368622" y="1722437"/>
              <a:ext cx="35164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도형 103">
              <a:extLst>
                <a:ext uri="{FF2B5EF4-FFF2-40B4-BE49-F238E27FC236}">
                  <a16:creationId xmlns:a16="http://schemas.microsoft.com/office/drawing/2014/main" id="{4D2955E7-E26D-255C-C513-8C6D78726CDF}"/>
                </a:ext>
              </a:extLst>
            </p:cNvPr>
            <p:cNvCxnSpPr>
              <a:cxnSpLocks/>
            </p:cNvCxnSpPr>
            <p:nvPr/>
          </p:nvCxnSpPr>
          <p:spPr>
            <a:xfrm>
              <a:off x="2368622" y="4560253"/>
              <a:ext cx="35164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E48F38F-6C2B-2AE9-517B-2E6121A21FAA}"/>
              </a:ext>
            </a:extLst>
          </p:cNvPr>
          <p:cNvGrpSpPr/>
          <p:nvPr/>
        </p:nvGrpSpPr>
        <p:grpSpPr>
          <a:xfrm>
            <a:off x="4462855" y="1707222"/>
            <a:ext cx="351646" cy="2837816"/>
            <a:chOff x="2368621" y="1722437"/>
            <a:chExt cx="351646" cy="2837816"/>
          </a:xfrm>
        </p:grpSpPr>
        <p:cxnSp>
          <p:nvCxnSpPr>
            <p:cNvPr id="117" name="도형 103">
              <a:extLst>
                <a:ext uri="{FF2B5EF4-FFF2-40B4-BE49-F238E27FC236}">
                  <a16:creationId xmlns:a16="http://schemas.microsoft.com/office/drawing/2014/main" id="{FAEF861D-54C9-E206-B17E-D7C2420CE70C}"/>
                </a:ext>
              </a:extLst>
            </p:cNvPr>
            <p:cNvCxnSpPr>
              <a:cxnSpLocks/>
            </p:cNvCxnSpPr>
            <p:nvPr/>
          </p:nvCxnSpPr>
          <p:spPr>
            <a:xfrm>
              <a:off x="2368621" y="3137535"/>
              <a:ext cx="35164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도형 103">
              <a:extLst>
                <a:ext uri="{FF2B5EF4-FFF2-40B4-BE49-F238E27FC236}">
                  <a16:creationId xmlns:a16="http://schemas.microsoft.com/office/drawing/2014/main" id="{ED7EDAB9-1583-CBB8-726C-193F796AB63E}"/>
                </a:ext>
              </a:extLst>
            </p:cNvPr>
            <p:cNvCxnSpPr>
              <a:cxnSpLocks/>
            </p:cNvCxnSpPr>
            <p:nvPr/>
          </p:nvCxnSpPr>
          <p:spPr>
            <a:xfrm>
              <a:off x="2368622" y="1722437"/>
              <a:ext cx="35164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도형 103">
              <a:extLst>
                <a:ext uri="{FF2B5EF4-FFF2-40B4-BE49-F238E27FC236}">
                  <a16:creationId xmlns:a16="http://schemas.microsoft.com/office/drawing/2014/main" id="{749AAA52-9913-87C1-70BF-F284027A2152}"/>
                </a:ext>
              </a:extLst>
            </p:cNvPr>
            <p:cNvCxnSpPr>
              <a:cxnSpLocks/>
            </p:cNvCxnSpPr>
            <p:nvPr/>
          </p:nvCxnSpPr>
          <p:spPr>
            <a:xfrm>
              <a:off x="2368622" y="4560253"/>
              <a:ext cx="35164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B90409E-3B6A-2AE4-D6A9-D4A370103369}"/>
              </a:ext>
            </a:extLst>
          </p:cNvPr>
          <p:cNvGrpSpPr/>
          <p:nvPr/>
        </p:nvGrpSpPr>
        <p:grpSpPr>
          <a:xfrm>
            <a:off x="6476828" y="1707222"/>
            <a:ext cx="351646" cy="2837816"/>
            <a:chOff x="2368621" y="1722437"/>
            <a:chExt cx="351646" cy="2837816"/>
          </a:xfrm>
        </p:grpSpPr>
        <p:cxnSp>
          <p:nvCxnSpPr>
            <p:cNvPr id="124" name="도형 103">
              <a:extLst>
                <a:ext uri="{FF2B5EF4-FFF2-40B4-BE49-F238E27FC236}">
                  <a16:creationId xmlns:a16="http://schemas.microsoft.com/office/drawing/2014/main" id="{67FF20FA-BC84-7F2C-6D07-D85580BB8FD9}"/>
                </a:ext>
              </a:extLst>
            </p:cNvPr>
            <p:cNvCxnSpPr>
              <a:cxnSpLocks/>
            </p:cNvCxnSpPr>
            <p:nvPr/>
          </p:nvCxnSpPr>
          <p:spPr>
            <a:xfrm>
              <a:off x="2368621" y="3137535"/>
              <a:ext cx="35164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도형 103">
              <a:extLst>
                <a:ext uri="{FF2B5EF4-FFF2-40B4-BE49-F238E27FC236}">
                  <a16:creationId xmlns:a16="http://schemas.microsoft.com/office/drawing/2014/main" id="{102EDD29-F86D-9E4D-8879-B0B5DB604992}"/>
                </a:ext>
              </a:extLst>
            </p:cNvPr>
            <p:cNvCxnSpPr>
              <a:cxnSpLocks/>
            </p:cNvCxnSpPr>
            <p:nvPr/>
          </p:nvCxnSpPr>
          <p:spPr>
            <a:xfrm>
              <a:off x="2368622" y="1722437"/>
              <a:ext cx="35164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도형 103">
              <a:extLst>
                <a:ext uri="{FF2B5EF4-FFF2-40B4-BE49-F238E27FC236}">
                  <a16:creationId xmlns:a16="http://schemas.microsoft.com/office/drawing/2014/main" id="{8E11AA1C-9CD5-4B97-C6D1-F27AAC5CCF83}"/>
                </a:ext>
              </a:extLst>
            </p:cNvPr>
            <p:cNvCxnSpPr>
              <a:cxnSpLocks/>
            </p:cNvCxnSpPr>
            <p:nvPr/>
          </p:nvCxnSpPr>
          <p:spPr>
            <a:xfrm>
              <a:off x="2368622" y="4560253"/>
              <a:ext cx="35164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RSP-USER-8 ~ 15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회원가입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텍스트 상자 75"/>
          <p:cNvSpPr txBox="1"/>
          <p:nvPr/>
        </p:nvSpPr>
        <p:spPr>
          <a:xfrm>
            <a:off x="3626802" y="975995"/>
            <a:ext cx="1890395" cy="3708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9172A8EE-A82C-311C-E77E-194D6FD3B1EA}"/>
              </a:ext>
            </a:extLst>
          </p:cNvPr>
          <p:cNvGrpSpPr/>
          <p:nvPr/>
        </p:nvGrpSpPr>
        <p:grpSpPr>
          <a:xfrm>
            <a:off x="1406183" y="1441767"/>
            <a:ext cx="6675943" cy="3538534"/>
            <a:chOff x="1322621" y="1441767"/>
            <a:chExt cx="6675943" cy="3538534"/>
          </a:xfrm>
        </p:grpSpPr>
        <p:sp>
          <p:nvSpPr>
            <p:cNvPr id="40" name="도형 39"/>
            <p:cNvSpPr/>
            <p:nvPr/>
          </p:nvSpPr>
          <p:spPr>
            <a:xfrm>
              <a:off x="1322621" y="2070894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1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메인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페이지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1" name="도형 40"/>
            <p:cNvSpPr/>
            <p:nvPr/>
          </p:nvSpPr>
          <p:spPr>
            <a:xfrm>
              <a:off x="1322621" y="2879884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Arial"/>
                  <a:ea typeface="Arial"/>
                </a:rPr>
                <a:t>2</a:t>
              </a: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. 회원가입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2" name="도형 41"/>
            <p:cNvSpPr/>
            <p:nvPr/>
          </p:nvSpPr>
          <p:spPr>
            <a:xfrm>
              <a:off x="6499328" y="2877187"/>
              <a:ext cx="1499236" cy="28892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일반회원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가입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완료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5" name="도형 64"/>
            <p:cNvSpPr/>
            <p:nvPr/>
          </p:nvSpPr>
          <p:spPr>
            <a:xfrm>
              <a:off x="3913504" y="1555750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dist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이름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6" name="도형 65"/>
            <p:cNvSpPr/>
            <p:nvPr/>
          </p:nvSpPr>
          <p:spPr>
            <a:xfrm>
              <a:off x="3906519" y="2000885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dist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아이디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7" name="도형 66"/>
            <p:cNvSpPr/>
            <p:nvPr/>
          </p:nvSpPr>
          <p:spPr>
            <a:xfrm>
              <a:off x="3904614" y="2445385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dist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비밀번호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9" name="도형 68"/>
            <p:cNvSpPr/>
            <p:nvPr/>
          </p:nvSpPr>
          <p:spPr>
            <a:xfrm>
              <a:off x="3903979" y="2875280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dist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주민번호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0" name="도형 69"/>
            <p:cNvSpPr/>
            <p:nvPr/>
          </p:nvSpPr>
          <p:spPr>
            <a:xfrm>
              <a:off x="3906519" y="3316605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dist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이메일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1" name="도형 70"/>
            <p:cNvSpPr/>
            <p:nvPr/>
          </p:nvSpPr>
          <p:spPr>
            <a:xfrm>
              <a:off x="3914774" y="3729355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dist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연락처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도형 71"/>
            <p:cNvSpPr/>
            <p:nvPr/>
          </p:nvSpPr>
          <p:spPr>
            <a:xfrm>
              <a:off x="3898264" y="4161155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dist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주소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3" name="도형 72"/>
            <p:cNvSpPr/>
            <p:nvPr/>
          </p:nvSpPr>
          <p:spPr>
            <a:xfrm>
              <a:off x="3898264" y="4590415"/>
              <a:ext cx="1175385" cy="28829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dist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보안문자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4" name="도형 73"/>
            <p:cNvSpPr/>
            <p:nvPr/>
          </p:nvSpPr>
          <p:spPr>
            <a:xfrm>
              <a:off x="5365113" y="1994535"/>
              <a:ext cx="1750060" cy="238760"/>
            </a:xfrm>
            <a:prstGeom prst="wedgeRectCallout">
              <a:avLst>
                <a:gd name="adj1" fmla="val -68514"/>
                <a:gd name="adj2" fmla="val -5102"/>
              </a:avLst>
            </a:prstGeom>
            <a:solidFill>
              <a:srgbClr val="4DACF3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아이디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존재시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경고창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5" name="도형 74"/>
            <p:cNvSpPr/>
            <p:nvPr/>
          </p:nvSpPr>
          <p:spPr>
            <a:xfrm>
              <a:off x="5518150" y="4168775"/>
              <a:ext cx="1750060" cy="393065"/>
            </a:xfrm>
            <a:prstGeom prst="wedgeRectCallout">
              <a:avLst>
                <a:gd name="adj1" fmla="val -74284"/>
                <a:gd name="adj2" fmla="val 84231"/>
              </a:avLst>
            </a:prstGeom>
            <a:solidFill>
              <a:srgbClr val="4DACF3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불일치시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경고창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및 새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보안이미지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7" name="도형 76"/>
            <p:cNvSpPr/>
            <p:nvPr/>
          </p:nvSpPr>
          <p:spPr>
            <a:xfrm>
              <a:off x="2025036" y="3316605"/>
              <a:ext cx="1654810" cy="828675"/>
            </a:xfrm>
            <a:prstGeom prst="star12">
              <a:avLst>
                <a:gd name="adj" fmla="val 34245"/>
              </a:avLst>
            </a:prstGeom>
            <a:solidFill>
              <a:srgbClr val="4DACF3"/>
            </a:solidFill>
            <a:ln w="254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00" b="0" strike="noStrike" cap="none">
                  <a:latin typeface="맑은 고딕"/>
                  <a:ea typeface="맑은 고딕"/>
                </a:rPr>
                <a:t>빈칸 존재시  경고창 출력</a:t>
              </a:r>
              <a:endParaRPr lang="ko-KR" altLang="en-US" sz="900" b="0" strike="noStrike" cap="none">
                <a:latin typeface="맑은 고딕"/>
                <a:ea typeface="맑은 고딕"/>
              </a:endParaRPr>
            </a:p>
          </p:txBody>
        </p:sp>
        <p:cxnSp>
          <p:nvCxnSpPr>
            <p:cNvPr id="29" name="도형 77"/>
            <p:cNvCxnSpPr>
              <a:cxnSpLocks/>
            </p:cNvCxnSpPr>
            <p:nvPr/>
          </p:nvCxnSpPr>
          <p:spPr>
            <a:xfrm>
              <a:off x="2569909" y="3019425"/>
              <a:ext cx="854097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도형 77">
              <a:extLst>
                <a:ext uri="{FF2B5EF4-FFF2-40B4-BE49-F238E27FC236}">
                  <a16:creationId xmlns:a16="http://schemas.microsoft.com/office/drawing/2014/main" id="{5E324D51-7289-3DF1-593F-BD0E220BC483}"/>
                </a:ext>
              </a:extLst>
            </p:cNvPr>
            <p:cNvCxnSpPr>
              <a:cxnSpLocks/>
            </p:cNvCxnSpPr>
            <p:nvPr/>
          </p:nvCxnSpPr>
          <p:spPr>
            <a:xfrm>
              <a:off x="1938731" y="2431087"/>
              <a:ext cx="0" cy="376894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왼쪽 중괄호 89">
              <a:extLst>
                <a:ext uri="{FF2B5EF4-FFF2-40B4-BE49-F238E27FC236}">
                  <a16:creationId xmlns:a16="http://schemas.microsoft.com/office/drawing/2014/main" id="{ED865F72-67A7-D5E7-8C17-EF17BAFE1441}"/>
                </a:ext>
              </a:extLst>
            </p:cNvPr>
            <p:cNvSpPr/>
            <p:nvPr/>
          </p:nvSpPr>
          <p:spPr>
            <a:xfrm>
              <a:off x="3554963" y="1441767"/>
              <a:ext cx="225256" cy="3538534"/>
            </a:xfrm>
            <a:prstGeom prst="leftBrace">
              <a:avLst>
                <a:gd name="adj1" fmla="val 342337"/>
                <a:gd name="adj2" fmla="val 4466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왼쪽 중괄호 93">
              <a:extLst>
                <a:ext uri="{FF2B5EF4-FFF2-40B4-BE49-F238E27FC236}">
                  <a16:creationId xmlns:a16="http://schemas.microsoft.com/office/drawing/2014/main" id="{E6986F4F-A79C-A4FD-0D37-A22FAA7BDDBE}"/>
                </a:ext>
              </a:extLst>
            </p:cNvPr>
            <p:cNvSpPr/>
            <p:nvPr/>
          </p:nvSpPr>
          <p:spPr>
            <a:xfrm flipH="1">
              <a:off x="5222174" y="1441767"/>
              <a:ext cx="225256" cy="3538534"/>
            </a:xfrm>
            <a:prstGeom prst="leftBrace">
              <a:avLst>
                <a:gd name="adj1" fmla="val 342337"/>
                <a:gd name="adj2" fmla="val 4466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5" name="도형 77">
              <a:extLst>
                <a:ext uri="{FF2B5EF4-FFF2-40B4-BE49-F238E27FC236}">
                  <a16:creationId xmlns:a16="http://schemas.microsoft.com/office/drawing/2014/main" id="{3029FB1E-CA01-D04F-39CD-3D0044BD2CCA}"/>
                </a:ext>
              </a:extLst>
            </p:cNvPr>
            <p:cNvCxnSpPr>
              <a:cxnSpLocks/>
            </p:cNvCxnSpPr>
            <p:nvPr/>
          </p:nvCxnSpPr>
          <p:spPr>
            <a:xfrm>
              <a:off x="5544741" y="3019425"/>
              <a:ext cx="854097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226868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RSP-USER-8 ~ 15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전문가 등록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" name="도형 41"/>
          <p:cNvSpPr/>
          <p:nvPr/>
        </p:nvSpPr>
        <p:spPr>
          <a:xfrm>
            <a:off x="6600152" y="2884379"/>
            <a:ext cx="1499236" cy="28892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전문가 등록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7" name="도형 64"/>
          <p:cNvSpPr/>
          <p:nvPr/>
        </p:nvSpPr>
        <p:spPr>
          <a:xfrm>
            <a:off x="3859998" y="1968075"/>
            <a:ext cx="1443885" cy="28829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dist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경력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입력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9" name="도형 65"/>
          <p:cNvSpPr/>
          <p:nvPr/>
        </p:nvSpPr>
        <p:spPr>
          <a:xfrm>
            <a:off x="3853013" y="2413210"/>
            <a:ext cx="1450870" cy="28829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dist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한줄소개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입력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5" name="도형 66"/>
          <p:cNvSpPr/>
          <p:nvPr/>
        </p:nvSpPr>
        <p:spPr>
          <a:xfrm>
            <a:off x="3851108" y="2857710"/>
            <a:ext cx="1452775" cy="28829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dist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연락가능시간</a:t>
            </a:r>
            <a:r>
              <a:rPr lang="en-US" altLang="ko-KR" sz="1000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입력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6" name="도형 68"/>
          <p:cNvSpPr/>
          <p:nvPr/>
        </p:nvSpPr>
        <p:spPr>
          <a:xfrm>
            <a:off x="3850473" y="3287605"/>
            <a:ext cx="1453410" cy="28829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dist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자격증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입력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7" name="도형 69"/>
          <p:cNvSpPr/>
          <p:nvPr/>
        </p:nvSpPr>
        <p:spPr>
          <a:xfrm>
            <a:off x="3853013" y="3728930"/>
            <a:ext cx="1450870" cy="28829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dist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학력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입력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8" name="도형 70"/>
          <p:cNvSpPr/>
          <p:nvPr/>
        </p:nvSpPr>
        <p:spPr>
          <a:xfrm>
            <a:off x="3861268" y="4141680"/>
            <a:ext cx="1442615" cy="28829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dist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포트폴리오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입력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5" name="왼쪽 중괄호 24">
            <a:extLst>
              <a:ext uri="{FF2B5EF4-FFF2-40B4-BE49-F238E27FC236}">
                <a16:creationId xmlns:a16="http://schemas.microsoft.com/office/drawing/2014/main" id="{DEC65480-4655-BAB2-8714-3031C1D6902D}"/>
              </a:ext>
            </a:extLst>
          </p:cNvPr>
          <p:cNvSpPr/>
          <p:nvPr/>
        </p:nvSpPr>
        <p:spPr>
          <a:xfrm flipH="1">
            <a:off x="5370893" y="1892087"/>
            <a:ext cx="225256" cy="2537883"/>
          </a:xfrm>
          <a:prstGeom prst="leftBrace">
            <a:avLst>
              <a:gd name="adj1" fmla="val 342337"/>
              <a:gd name="adj2" fmla="val 446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EA9A8293-D50B-0DD2-86B2-197CDD1EA8D6}"/>
              </a:ext>
            </a:extLst>
          </p:cNvPr>
          <p:cNvSpPr/>
          <p:nvPr/>
        </p:nvSpPr>
        <p:spPr>
          <a:xfrm>
            <a:off x="3567732" y="1892086"/>
            <a:ext cx="225256" cy="2537883"/>
          </a:xfrm>
          <a:prstGeom prst="leftBrace">
            <a:avLst>
              <a:gd name="adj1" fmla="val 342337"/>
              <a:gd name="adj2" fmla="val 446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도형 77">
            <a:extLst>
              <a:ext uri="{FF2B5EF4-FFF2-40B4-BE49-F238E27FC236}">
                <a16:creationId xmlns:a16="http://schemas.microsoft.com/office/drawing/2014/main" id="{38424ECF-2EB5-5178-AB1A-388898DC4B00}"/>
              </a:ext>
            </a:extLst>
          </p:cNvPr>
          <p:cNvCxnSpPr>
            <a:cxnSpLocks/>
          </p:cNvCxnSpPr>
          <p:nvPr/>
        </p:nvCxnSpPr>
        <p:spPr>
          <a:xfrm>
            <a:off x="5671102" y="3023920"/>
            <a:ext cx="854097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텍스트 상자 75">
            <a:extLst>
              <a:ext uri="{FF2B5EF4-FFF2-40B4-BE49-F238E27FC236}">
                <a16:creationId xmlns:a16="http://schemas.microsoft.com/office/drawing/2014/main" id="{5F2FBF18-9768-ABD2-C882-3B998906374F}"/>
              </a:ext>
            </a:extLst>
          </p:cNvPr>
          <p:cNvSpPr txBox="1"/>
          <p:nvPr/>
        </p:nvSpPr>
        <p:spPr>
          <a:xfrm>
            <a:off x="3626802" y="975995"/>
            <a:ext cx="1890395" cy="3708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</a:p>
        </p:txBody>
      </p:sp>
      <p:sp>
        <p:nvSpPr>
          <p:cNvPr id="43" name="도형 39">
            <a:extLst>
              <a:ext uri="{FF2B5EF4-FFF2-40B4-BE49-F238E27FC236}">
                <a16:creationId xmlns:a16="http://schemas.microsoft.com/office/drawing/2014/main" id="{8FA32205-2CF8-FF9A-4337-881E5864790A}"/>
              </a:ext>
            </a:extLst>
          </p:cNvPr>
          <p:cNvSpPr/>
          <p:nvPr/>
        </p:nvSpPr>
        <p:spPr>
          <a:xfrm>
            <a:off x="1406183" y="2070894"/>
            <a:ext cx="1175385" cy="28829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1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메인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페이지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4" name="도형 40">
            <a:extLst>
              <a:ext uri="{FF2B5EF4-FFF2-40B4-BE49-F238E27FC236}">
                <a16:creationId xmlns:a16="http://schemas.microsoft.com/office/drawing/2014/main" id="{F8556A2C-FD31-7E31-B6B0-7BDE18CE9BC9}"/>
              </a:ext>
            </a:extLst>
          </p:cNvPr>
          <p:cNvSpPr/>
          <p:nvPr/>
        </p:nvSpPr>
        <p:spPr>
          <a:xfrm>
            <a:off x="1406183" y="2879884"/>
            <a:ext cx="1175385" cy="28829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Arial"/>
                <a:ea typeface="Arial"/>
              </a:rPr>
              <a:t>2</a:t>
            </a: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. 회원가입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49" name="도형 77">
            <a:extLst>
              <a:ext uri="{FF2B5EF4-FFF2-40B4-BE49-F238E27FC236}">
                <a16:creationId xmlns:a16="http://schemas.microsoft.com/office/drawing/2014/main" id="{97DC8E15-4EF5-5C7E-5F7E-225881C488BB}"/>
              </a:ext>
            </a:extLst>
          </p:cNvPr>
          <p:cNvCxnSpPr>
            <a:cxnSpLocks/>
          </p:cNvCxnSpPr>
          <p:nvPr/>
        </p:nvCxnSpPr>
        <p:spPr>
          <a:xfrm>
            <a:off x="2653471" y="3019425"/>
            <a:ext cx="854097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도형 77">
            <a:extLst>
              <a:ext uri="{FF2B5EF4-FFF2-40B4-BE49-F238E27FC236}">
                <a16:creationId xmlns:a16="http://schemas.microsoft.com/office/drawing/2014/main" id="{431E4C5A-266F-577C-5A9B-32E1ED2C2F31}"/>
              </a:ext>
            </a:extLst>
          </p:cNvPr>
          <p:cNvCxnSpPr>
            <a:cxnSpLocks/>
          </p:cNvCxnSpPr>
          <p:nvPr/>
        </p:nvCxnSpPr>
        <p:spPr>
          <a:xfrm>
            <a:off x="2022293" y="2431087"/>
            <a:ext cx="0" cy="376894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도형 76">
            <a:extLst>
              <a:ext uri="{FF2B5EF4-FFF2-40B4-BE49-F238E27FC236}">
                <a16:creationId xmlns:a16="http://schemas.microsoft.com/office/drawing/2014/main" id="{BDA58B46-822B-0639-DDE3-7CB76A5567B2}"/>
              </a:ext>
            </a:extLst>
          </p:cNvPr>
          <p:cNvSpPr/>
          <p:nvPr/>
        </p:nvSpPr>
        <p:spPr>
          <a:xfrm>
            <a:off x="2108598" y="3316605"/>
            <a:ext cx="1654810" cy="828675"/>
          </a:xfrm>
          <a:prstGeom prst="star12">
            <a:avLst>
              <a:gd name="adj" fmla="val 34245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>
                <a:latin typeface="맑은 고딕"/>
                <a:ea typeface="맑은 고딕"/>
              </a:rPr>
              <a:t>빈칸 존재시  경고창 출력</a:t>
            </a:r>
            <a:endParaRPr lang="ko-KR" altLang="en-US" sz="900" b="0" strike="noStrike" cap="none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57198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RSP-USER-16 ~ 21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마이페이지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도형 39"/>
          <p:cNvSpPr/>
          <p:nvPr/>
        </p:nvSpPr>
        <p:spPr>
          <a:xfrm>
            <a:off x="1087755" y="2761941"/>
            <a:ext cx="1176020" cy="3240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Arial"/>
                <a:ea typeface="Arial"/>
              </a:rPr>
              <a:t>1</a:t>
            </a: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. 마이 페이지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" name="도형 39"/>
          <p:cNvSpPr/>
          <p:nvPr/>
        </p:nvSpPr>
        <p:spPr>
          <a:xfrm>
            <a:off x="3248170" y="2158375"/>
            <a:ext cx="1176020" cy="3240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2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회원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정보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" name="도형 39"/>
          <p:cNvSpPr/>
          <p:nvPr/>
        </p:nvSpPr>
        <p:spPr>
          <a:xfrm>
            <a:off x="3248170" y="3369636"/>
            <a:ext cx="1176020" cy="3240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Arial"/>
                <a:ea typeface="Arial"/>
              </a:rPr>
              <a:t>2</a:t>
            </a: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. 회원 탈퇴 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8" name="도형 39"/>
          <p:cNvSpPr/>
          <p:nvPr/>
        </p:nvSpPr>
        <p:spPr>
          <a:xfrm>
            <a:off x="4983455" y="2164256"/>
            <a:ext cx="1176020" cy="3240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3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비밀번호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입력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" name="도형 39"/>
          <p:cNvSpPr/>
          <p:nvPr/>
        </p:nvSpPr>
        <p:spPr>
          <a:xfrm>
            <a:off x="4982820" y="3369636"/>
            <a:ext cx="1176020" cy="3240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Arial"/>
                <a:ea typeface="Arial"/>
              </a:rPr>
              <a:t>3</a:t>
            </a: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. 비밀번호 입력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0" name="도형 39"/>
          <p:cNvSpPr/>
          <p:nvPr/>
        </p:nvSpPr>
        <p:spPr>
          <a:xfrm>
            <a:off x="6687962" y="2164256"/>
            <a:ext cx="1504950" cy="3240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내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정보</a:t>
            </a:r>
            <a:r>
              <a:rPr lang="en-US" altLang="ko-KR" sz="1000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등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조회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2" name="도형 39"/>
          <p:cNvSpPr/>
          <p:nvPr/>
        </p:nvSpPr>
        <p:spPr>
          <a:xfrm>
            <a:off x="6687962" y="3374078"/>
            <a:ext cx="1525905" cy="3240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4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회원탈퇴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3" name="도형 76"/>
          <p:cNvSpPr/>
          <p:nvPr/>
        </p:nvSpPr>
        <p:spPr>
          <a:xfrm>
            <a:off x="4939030" y="2566997"/>
            <a:ext cx="1631315" cy="669290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latin typeface="맑은 고딕"/>
                <a:ea typeface="맑은 고딕"/>
              </a:rPr>
              <a:t>비밀번호 </a:t>
            </a:r>
            <a:br>
              <a:rPr lang="en-US" altLang="ko-KR" sz="1000" b="0" strike="noStrike" cap="none">
                <a:latin typeface="맑은 고딕"/>
                <a:ea typeface="맑은 고딕"/>
              </a:rPr>
            </a:br>
            <a:r>
              <a:rPr lang="en-US" altLang="ko-KR" sz="1000" b="0" strike="noStrike" cap="none">
                <a:latin typeface="맑은 고딕"/>
                <a:ea typeface="맑은 고딕"/>
              </a:rPr>
              <a:t>불일치 시 </a:t>
            </a:r>
            <a:br>
              <a:rPr lang="en-US" altLang="ko-KR" sz="1000" b="0" strike="noStrike" cap="none">
                <a:latin typeface="맑은 고딕"/>
                <a:ea typeface="맑은 고딕"/>
              </a:rPr>
            </a:br>
            <a:r>
              <a:rPr lang="en-US" altLang="ko-KR" sz="1000" b="0" strike="noStrike" cap="none">
                <a:latin typeface="맑은 고딕"/>
                <a:ea typeface="맑은 고딕"/>
              </a:rPr>
              <a:t>경고창 출력</a:t>
            </a:r>
            <a:endParaRPr lang="ko-KR" altLang="en-US" sz="1000" b="0" strike="noStrike" cap="none">
              <a:latin typeface="맑은 고딕"/>
              <a:ea typeface="맑은 고딕"/>
            </a:endParaRPr>
          </a:p>
        </p:txBody>
      </p:sp>
      <p:sp>
        <p:nvSpPr>
          <p:cNvPr id="15" name="텍스트 상자 75">
            <a:extLst>
              <a:ext uri="{FF2B5EF4-FFF2-40B4-BE49-F238E27FC236}">
                <a16:creationId xmlns:a16="http://schemas.microsoft.com/office/drawing/2014/main" id="{334BDBB2-EF06-D818-3E01-8BB44D9C41A3}"/>
              </a:ext>
            </a:extLst>
          </p:cNvPr>
          <p:cNvSpPr txBox="1"/>
          <p:nvPr/>
        </p:nvSpPr>
        <p:spPr>
          <a:xfrm>
            <a:off x="3626802" y="975995"/>
            <a:ext cx="1890395" cy="3708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73853A4-8498-41BE-E320-B41319BAAC03}"/>
              </a:ext>
            </a:extLst>
          </p:cNvPr>
          <p:cNvGrpSpPr/>
          <p:nvPr/>
        </p:nvGrpSpPr>
        <p:grpSpPr>
          <a:xfrm>
            <a:off x="2335678" y="2302838"/>
            <a:ext cx="840422" cy="1218564"/>
            <a:chOff x="1642258" y="2139951"/>
            <a:chExt cx="840422" cy="1218564"/>
          </a:xfrm>
        </p:grpSpPr>
        <p:cxnSp>
          <p:nvCxnSpPr>
            <p:cNvPr id="17" name="도형 105">
              <a:extLst>
                <a:ext uri="{FF2B5EF4-FFF2-40B4-BE49-F238E27FC236}">
                  <a16:creationId xmlns:a16="http://schemas.microsoft.com/office/drawing/2014/main" id="{6C9DF31A-26BD-22FF-D2C9-36F05BA91916}"/>
                </a:ext>
              </a:extLst>
            </p:cNvPr>
            <p:cNvCxnSpPr>
              <a:cxnSpLocks/>
            </p:cNvCxnSpPr>
            <p:nvPr/>
          </p:nvCxnSpPr>
          <p:spPr>
            <a:xfrm>
              <a:off x="2132159" y="2144404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21C496C-9392-3756-2F42-4A51F6763B93}"/>
                </a:ext>
              </a:extLst>
            </p:cNvPr>
            <p:cNvCxnSpPr>
              <a:cxnSpLocks/>
            </p:cNvCxnSpPr>
            <p:nvPr/>
          </p:nvCxnSpPr>
          <p:spPr>
            <a:xfrm>
              <a:off x="2132159" y="2139951"/>
              <a:ext cx="0" cy="12185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도형 105">
              <a:extLst>
                <a:ext uri="{FF2B5EF4-FFF2-40B4-BE49-F238E27FC236}">
                  <a16:creationId xmlns:a16="http://schemas.microsoft.com/office/drawing/2014/main" id="{242BC17A-3BB1-8181-2753-8C444DA7280D}"/>
                </a:ext>
              </a:extLst>
            </p:cNvPr>
            <p:cNvCxnSpPr>
              <a:cxnSpLocks/>
            </p:cNvCxnSpPr>
            <p:nvPr/>
          </p:nvCxnSpPr>
          <p:spPr>
            <a:xfrm>
              <a:off x="2132159" y="3355032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8B905555-A9EC-4736-9537-9DF833C86375}"/>
                </a:ext>
              </a:extLst>
            </p:cNvPr>
            <p:cNvCxnSpPr/>
            <p:nvPr/>
          </p:nvCxnSpPr>
          <p:spPr>
            <a:xfrm>
              <a:off x="1642258" y="2743200"/>
              <a:ext cx="4899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D8579B9-C6BE-976F-7EBC-58E067F46EC2}"/>
              </a:ext>
            </a:extLst>
          </p:cNvPr>
          <p:cNvGrpSpPr/>
          <p:nvPr/>
        </p:nvGrpSpPr>
        <p:grpSpPr>
          <a:xfrm>
            <a:off x="4531359" y="2307291"/>
            <a:ext cx="350521" cy="1216343"/>
            <a:chOff x="3837939" y="2144404"/>
            <a:chExt cx="350521" cy="1216343"/>
          </a:xfrm>
        </p:grpSpPr>
        <p:cxnSp>
          <p:nvCxnSpPr>
            <p:cNvPr id="35" name="도형 105">
              <a:extLst>
                <a:ext uri="{FF2B5EF4-FFF2-40B4-BE49-F238E27FC236}">
                  <a16:creationId xmlns:a16="http://schemas.microsoft.com/office/drawing/2014/main" id="{77DFE2E7-CCEC-1080-0595-AB3F712D0C2C}"/>
                </a:ext>
              </a:extLst>
            </p:cNvPr>
            <p:cNvCxnSpPr>
              <a:cxnSpLocks/>
            </p:cNvCxnSpPr>
            <p:nvPr/>
          </p:nvCxnSpPr>
          <p:spPr>
            <a:xfrm>
              <a:off x="3837939" y="2144404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도형 105">
              <a:extLst>
                <a:ext uri="{FF2B5EF4-FFF2-40B4-BE49-F238E27FC236}">
                  <a16:creationId xmlns:a16="http://schemas.microsoft.com/office/drawing/2014/main" id="{AC39D042-EAB2-6378-64CB-04CC4A0767BB}"/>
                </a:ext>
              </a:extLst>
            </p:cNvPr>
            <p:cNvCxnSpPr>
              <a:cxnSpLocks/>
            </p:cNvCxnSpPr>
            <p:nvPr/>
          </p:nvCxnSpPr>
          <p:spPr>
            <a:xfrm>
              <a:off x="3837939" y="3360747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F95EC51-0CD3-634C-B5D1-075FC854D795}"/>
              </a:ext>
            </a:extLst>
          </p:cNvPr>
          <p:cNvGrpSpPr/>
          <p:nvPr/>
        </p:nvGrpSpPr>
        <p:grpSpPr>
          <a:xfrm>
            <a:off x="6248458" y="2307291"/>
            <a:ext cx="350521" cy="1216343"/>
            <a:chOff x="3837939" y="2144404"/>
            <a:chExt cx="350521" cy="1216343"/>
          </a:xfrm>
        </p:grpSpPr>
        <p:cxnSp>
          <p:nvCxnSpPr>
            <p:cNvPr id="48" name="도형 105">
              <a:extLst>
                <a:ext uri="{FF2B5EF4-FFF2-40B4-BE49-F238E27FC236}">
                  <a16:creationId xmlns:a16="http://schemas.microsoft.com/office/drawing/2014/main" id="{768D7F3E-0C58-C1B4-A929-999DF73AF82A}"/>
                </a:ext>
              </a:extLst>
            </p:cNvPr>
            <p:cNvCxnSpPr>
              <a:cxnSpLocks/>
            </p:cNvCxnSpPr>
            <p:nvPr/>
          </p:nvCxnSpPr>
          <p:spPr>
            <a:xfrm>
              <a:off x="3837939" y="2144404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도형 105">
              <a:extLst>
                <a:ext uri="{FF2B5EF4-FFF2-40B4-BE49-F238E27FC236}">
                  <a16:creationId xmlns:a16="http://schemas.microsoft.com/office/drawing/2014/main" id="{47BE6568-E2D3-F427-BE21-0C03353E5103}"/>
                </a:ext>
              </a:extLst>
            </p:cNvPr>
            <p:cNvCxnSpPr>
              <a:cxnSpLocks/>
            </p:cNvCxnSpPr>
            <p:nvPr/>
          </p:nvCxnSpPr>
          <p:spPr>
            <a:xfrm>
              <a:off x="3837939" y="3360747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498475" y="323215"/>
          <a:ext cx="8210551" cy="656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6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RSP-SELLER-1 ~ 7 / </a:t>
                      </a:r>
                    </a:p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RSP-USER-22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서비스 관리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도형 39"/>
          <p:cNvSpPr/>
          <p:nvPr/>
        </p:nvSpPr>
        <p:spPr>
          <a:xfrm>
            <a:off x="879680" y="1523365"/>
            <a:ext cx="1175385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1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서비스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페이지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" name="텍스트 상자 75"/>
          <p:cNvSpPr txBox="1"/>
          <p:nvPr/>
        </p:nvSpPr>
        <p:spPr>
          <a:xfrm>
            <a:off x="3627755" y="975995"/>
            <a:ext cx="1890394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6" name="도형 39"/>
          <p:cNvSpPr/>
          <p:nvPr/>
        </p:nvSpPr>
        <p:spPr>
          <a:xfrm>
            <a:off x="2502563" y="2426121"/>
            <a:ext cx="1175385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3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카테고리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" name="도형 39"/>
          <p:cNvSpPr/>
          <p:nvPr/>
        </p:nvSpPr>
        <p:spPr>
          <a:xfrm>
            <a:off x="4136852" y="2423104"/>
            <a:ext cx="1430655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4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양식에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의한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8" name="도형 39"/>
          <p:cNvSpPr/>
          <p:nvPr/>
        </p:nvSpPr>
        <p:spPr>
          <a:xfrm>
            <a:off x="4136218" y="1733655"/>
            <a:ext cx="1426845" cy="36068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4-1.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이미지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첨부시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첨부파일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기능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이용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" name="도형 39"/>
          <p:cNvSpPr/>
          <p:nvPr/>
        </p:nvSpPr>
        <p:spPr>
          <a:xfrm>
            <a:off x="5990564" y="2421199"/>
            <a:ext cx="707711" cy="35687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5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1" name="도형 40"/>
          <p:cNvSpPr/>
          <p:nvPr/>
        </p:nvSpPr>
        <p:spPr>
          <a:xfrm>
            <a:off x="6017148" y="3333220"/>
            <a:ext cx="1136648" cy="3556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양식에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맞게</a:t>
            </a:r>
            <a:endParaRPr lang="en-US" altLang="ko-KR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/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5" name="도형 44"/>
          <p:cNvSpPr/>
          <p:nvPr/>
        </p:nvSpPr>
        <p:spPr>
          <a:xfrm>
            <a:off x="4148283" y="3237970"/>
            <a:ext cx="1419226" cy="52705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아이디와</a:t>
            </a:r>
            <a:endParaRPr lang="en-US" altLang="ko-KR" sz="9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전문가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아이디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일치시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b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수정페이지로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이동</a:t>
            </a:r>
            <a:endParaRPr lang="ko-KR" altLang="en-US" sz="9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7" name="도형 46"/>
          <p:cNvSpPr/>
          <p:nvPr/>
        </p:nvSpPr>
        <p:spPr>
          <a:xfrm>
            <a:off x="884760" y="2426122"/>
            <a:ext cx="1175385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2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서비스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8" name="도형 47"/>
          <p:cNvSpPr/>
          <p:nvPr/>
        </p:nvSpPr>
        <p:spPr>
          <a:xfrm>
            <a:off x="884760" y="3339887"/>
            <a:ext cx="1175385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2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서비스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9" name="도형 48"/>
          <p:cNvSpPr/>
          <p:nvPr/>
        </p:nvSpPr>
        <p:spPr>
          <a:xfrm>
            <a:off x="885395" y="4253652"/>
            <a:ext cx="1176020" cy="3556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2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서비스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삭제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0" name="도형 49"/>
          <p:cNvSpPr/>
          <p:nvPr/>
        </p:nvSpPr>
        <p:spPr>
          <a:xfrm>
            <a:off x="2514628" y="3326870"/>
            <a:ext cx="1175385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3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서비스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3" name="도형 52"/>
          <p:cNvSpPr/>
          <p:nvPr/>
        </p:nvSpPr>
        <p:spPr>
          <a:xfrm>
            <a:off x="4141298" y="4253652"/>
            <a:ext cx="1427480" cy="53467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아이디와</a:t>
            </a:r>
            <a:endParaRPr lang="en-US" altLang="ko-KR" sz="9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전문가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아이디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일치시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b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삭제</a:t>
            </a:r>
            <a:endParaRPr lang="ko-KR" altLang="en-US" sz="9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4" name="도형 53"/>
          <p:cNvSpPr/>
          <p:nvPr/>
        </p:nvSpPr>
        <p:spPr>
          <a:xfrm>
            <a:off x="2514628" y="4253652"/>
            <a:ext cx="1176020" cy="3556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Arial"/>
                <a:ea typeface="Arial"/>
              </a:rPr>
              <a:t>3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서비스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5" name="도형 54"/>
          <p:cNvSpPr/>
          <p:nvPr/>
        </p:nvSpPr>
        <p:spPr>
          <a:xfrm>
            <a:off x="7678964" y="3333537"/>
            <a:ext cx="918567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6.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66" name="도형 65"/>
          <p:cNvCxnSpPr>
            <a:cxnSpLocks/>
            <a:stCxn id="8" idx="2"/>
            <a:endCxn id="7" idx="0"/>
          </p:cNvCxnSpPr>
          <p:nvPr/>
        </p:nvCxnSpPr>
        <p:spPr>
          <a:xfrm>
            <a:off x="4849641" y="2094335"/>
            <a:ext cx="2539" cy="328769"/>
          </a:xfrm>
          <a:prstGeom prst="straightConnector1">
            <a:avLst/>
          </a:prstGeom>
          <a:ln w="9525" cap="flat" cmpd="sng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도형 71"/>
          <p:cNvCxnSpPr>
            <a:cxnSpLocks/>
          </p:cNvCxnSpPr>
          <p:nvPr/>
        </p:nvCxnSpPr>
        <p:spPr>
          <a:xfrm flipV="1">
            <a:off x="5638628" y="3511020"/>
            <a:ext cx="3028753" cy="1009967"/>
          </a:xfrm>
          <a:prstGeom prst="bentConnector3">
            <a:avLst>
              <a:gd name="adj1" fmla="val 107548"/>
            </a:avLst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도형 76"/>
          <p:cNvSpPr/>
          <p:nvPr/>
        </p:nvSpPr>
        <p:spPr>
          <a:xfrm>
            <a:off x="5955388" y="2763224"/>
            <a:ext cx="2003155" cy="563646"/>
          </a:xfrm>
          <a:prstGeom prst="star12">
            <a:avLst>
              <a:gd name="adj" fmla="val 34571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미입력시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</a:t>
            </a:r>
            <a:br>
              <a:rPr lang="en-US" altLang="ko-KR" sz="1000" b="0" strike="noStrike" cap="none" dirty="0"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latin typeface="맑은 고딕"/>
                <a:ea typeface="맑은 고딕"/>
              </a:rPr>
              <a:t>경고창</a:t>
            </a:r>
            <a:r>
              <a:rPr lang="en-US" altLang="ko-KR" sz="1000" dirty="0"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73" name="도형 39"/>
          <p:cNvSpPr/>
          <p:nvPr/>
        </p:nvSpPr>
        <p:spPr>
          <a:xfrm>
            <a:off x="7678964" y="2426122"/>
            <a:ext cx="918567" cy="346288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dirty="0">
                <a:solidFill>
                  <a:schemeClr val="bg1"/>
                </a:solidFill>
                <a:latin typeface="맑은 고딕"/>
                <a:ea typeface="맑은 고딕"/>
              </a:rPr>
              <a:t>5-1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관리자</a:t>
            </a:r>
            <a:endParaRPr lang="en-US" altLang="ko-KR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승인</a:t>
            </a: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23C9C5F0-C9A8-8118-D3EB-2C7096CB79DD}"/>
              </a:ext>
            </a:extLst>
          </p:cNvPr>
          <p:cNvGrpSpPr/>
          <p:nvPr/>
        </p:nvGrpSpPr>
        <p:grpSpPr>
          <a:xfrm>
            <a:off x="454229" y="1716096"/>
            <a:ext cx="350521" cy="2721601"/>
            <a:chOff x="454229" y="1716096"/>
            <a:chExt cx="350521" cy="2721601"/>
          </a:xfrm>
        </p:grpSpPr>
        <p:cxnSp>
          <p:nvCxnSpPr>
            <p:cNvPr id="11" name="도형 105">
              <a:extLst>
                <a:ext uri="{FF2B5EF4-FFF2-40B4-BE49-F238E27FC236}">
                  <a16:creationId xmlns:a16="http://schemas.microsoft.com/office/drawing/2014/main" id="{49E57C59-5BCB-8F33-B4C2-5D56A93FD7A9}"/>
                </a:ext>
              </a:extLst>
            </p:cNvPr>
            <p:cNvCxnSpPr>
              <a:cxnSpLocks/>
            </p:cNvCxnSpPr>
            <p:nvPr/>
          </p:nvCxnSpPr>
          <p:spPr>
            <a:xfrm>
              <a:off x="454229" y="1722163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A951B54-C61F-D72D-9975-4ACBBAE7B099}"/>
                </a:ext>
              </a:extLst>
            </p:cNvPr>
            <p:cNvCxnSpPr>
              <a:cxnSpLocks/>
            </p:cNvCxnSpPr>
            <p:nvPr/>
          </p:nvCxnSpPr>
          <p:spPr>
            <a:xfrm>
              <a:off x="454229" y="1716096"/>
              <a:ext cx="0" cy="27216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도형 105">
              <a:extLst>
                <a:ext uri="{FF2B5EF4-FFF2-40B4-BE49-F238E27FC236}">
                  <a16:creationId xmlns:a16="http://schemas.microsoft.com/office/drawing/2014/main" id="{12F78589-D5F5-F194-220E-B8970682E1CA}"/>
                </a:ext>
              </a:extLst>
            </p:cNvPr>
            <p:cNvCxnSpPr>
              <a:cxnSpLocks/>
            </p:cNvCxnSpPr>
            <p:nvPr/>
          </p:nvCxnSpPr>
          <p:spPr>
            <a:xfrm>
              <a:off x="454229" y="4433833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도형 105">
              <a:extLst>
                <a:ext uri="{FF2B5EF4-FFF2-40B4-BE49-F238E27FC236}">
                  <a16:creationId xmlns:a16="http://schemas.microsoft.com/office/drawing/2014/main" id="{D0ACD722-E2C5-1481-91CD-73C52975A3DD}"/>
                </a:ext>
              </a:extLst>
            </p:cNvPr>
            <p:cNvCxnSpPr>
              <a:cxnSpLocks/>
            </p:cNvCxnSpPr>
            <p:nvPr/>
          </p:nvCxnSpPr>
          <p:spPr>
            <a:xfrm>
              <a:off x="454229" y="2603605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도형 105">
              <a:extLst>
                <a:ext uri="{FF2B5EF4-FFF2-40B4-BE49-F238E27FC236}">
                  <a16:creationId xmlns:a16="http://schemas.microsoft.com/office/drawing/2014/main" id="{DB6E7D63-BDD1-3090-C650-F6BE6B3AA917}"/>
                </a:ext>
              </a:extLst>
            </p:cNvPr>
            <p:cNvCxnSpPr>
              <a:cxnSpLocks/>
            </p:cNvCxnSpPr>
            <p:nvPr/>
          </p:nvCxnSpPr>
          <p:spPr>
            <a:xfrm>
              <a:off x="454229" y="3517369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도형 105">
            <a:extLst>
              <a:ext uri="{FF2B5EF4-FFF2-40B4-BE49-F238E27FC236}">
                <a16:creationId xmlns:a16="http://schemas.microsoft.com/office/drawing/2014/main" id="{319DDCC9-499B-26BC-E741-D6BCA87D0A16}"/>
              </a:ext>
            </a:extLst>
          </p:cNvPr>
          <p:cNvCxnSpPr>
            <a:cxnSpLocks/>
          </p:cNvCxnSpPr>
          <p:nvPr/>
        </p:nvCxnSpPr>
        <p:spPr>
          <a:xfrm>
            <a:off x="2106986" y="2603605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도형 45"/>
          <p:cNvSpPr/>
          <p:nvPr/>
        </p:nvSpPr>
        <p:spPr>
          <a:xfrm>
            <a:off x="4756613" y="3681940"/>
            <a:ext cx="1652898" cy="592403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>
                <a:latin typeface="맑은 고딕"/>
                <a:ea typeface="맑은 고딕"/>
              </a:rPr>
              <a:t>불일치시 </a:t>
            </a:r>
            <a:br>
              <a:rPr lang="en-US" altLang="ko-KR" sz="900" b="0" strike="noStrike" cap="none">
                <a:latin typeface="맑은 고딕"/>
                <a:ea typeface="맑은 고딕"/>
              </a:rPr>
            </a:br>
            <a:r>
              <a:rPr lang="en-US" altLang="ko-KR" sz="900" b="0" strike="noStrike" cap="none">
                <a:latin typeface="맑은 고딕"/>
                <a:ea typeface="맑은 고딕"/>
              </a:rPr>
              <a:t>경고창 출력</a:t>
            </a:r>
            <a:endParaRPr lang="ko-KR" altLang="en-US" sz="900" b="0" strike="noStrike" cap="none">
              <a:latin typeface="맑은 고딕"/>
              <a:ea typeface="맑은 고딕"/>
            </a:endParaRPr>
          </a:p>
        </p:txBody>
      </p:sp>
      <p:cxnSp>
        <p:nvCxnSpPr>
          <p:cNvPr id="39" name="도형 105">
            <a:extLst>
              <a:ext uri="{FF2B5EF4-FFF2-40B4-BE49-F238E27FC236}">
                <a16:creationId xmlns:a16="http://schemas.microsoft.com/office/drawing/2014/main" id="{9F46A883-EB68-37AF-0724-C3A6E7ADFBF3}"/>
              </a:ext>
            </a:extLst>
          </p:cNvPr>
          <p:cNvCxnSpPr>
            <a:cxnSpLocks/>
          </p:cNvCxnSpPr>
          <p:nvPr/>
        </p:nvCxnSpPr>
        <p:spPr>
          <a:xfrm>
            <a:off x="2106986" y="3517369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도형 105">
            <a:extLst>
              <a:ext uri="{FF2B5EF4-FFF2-40B4-BE49-F238E27FC236}">
                <a16:creationId xmlns:a16="http://schemas.microsoft.com/office/drawing/2014/main" id="{B8EF8AA0-C2E7-B06E-C59B-C42E5B27D305}"/>
              </a:ext>
            </a:extLst>
          </p:cNvPr>
          <p:cNvCxnSpPr>
            <a:cxnSpLocks/>
          </p:cNvCxnSpPr>
          <p:nvPr/>
        </p:nvCxnSpPr>
        <p:spPr>
          <a:xfrm>
            <a:off x="2106986" y="4431452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도형 105">
            <a:extLst>
              <a:ext uri="{FF2B5EF4-FFF2-40B4-BE49-F238E27FC236}">
                <a16:creationId xmlns:a16="http://schemas.microsoft.com/office/drawing/2014/main" id="{C717AF8A-35BE-B8A0-E02A-193F4AA8CBAA}"/>
              </a:ext>
            </a:extLst>
          </p:cNvPr>
          <p:cNvCxnSpPr>
            <a:cxnSpLocks/>
          </p:cNvCxnSpPr>
          <p:nvPr/>
        </p:nvCxnSpPr>
        <p:spPr>
          <a:xfrm>
            <a:off x="3740671" y="2603605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도형 105">
            <a:extLst>
              <a:ext uri="{FF2B5EF4-FFF2-40B4-BE49-F238E27FC236}">
                <a16:creationId xmlns:a16="http://schemas.microsoft.com/office/drawing/2014/main" id="{0DE57277-4055-F87F-197D-9D3C01D590CB}"/>
              </a:ext>
            </a:extLst>
          </p:cNvPr>
          <p:cNvCxnSpPr>
            <a:cxnSpLocks/>
          </p:cNvCxnSpPr>
          <p:nvPr/>
        </p:nvCxnSpPr>
        <p:spPr>
          <a:xfrm>
            <a:off x="3740671" y="3517369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도형 105">
            <a:extLst>
              <a:ext uri="{FF2B5EF4-FFF2-40B4-BE49-F238E27FC236}">
                <a16:creationId xmlns:a16="http://schemas.microsoft.com/office/drawing/2014/main" id="{3A1B098A-B6A9-5541-5F74-D7576F6B2DD3}"/>
              </a:ext>
            </a:extLst>
          </p:cNvPr>
          <p:cNvCxnSpPr>
            <a:cxnSpLocks/>
          </p:cNvCxnSpPr>
          <p:nvPr/>
        </p:nvCxnSpPr>
        <p:spPr>
          <a:xfrm>
            <a:off x="3740671" y="4431452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도형 105">
            <a:extLst>
              <a:ext uri="{FF2B5EF4-FFF2-40B4-BE49-F238E27FC236}">
                <a16:creationId xmlns:a16="http://schemas.microsoft.com/office/drawing/2014/main" id="{0D50E120-C429-FDEF-8565-CCE47747020C}"/>
              </a:ext>
            </a:extLst>
          </p:cNvPr>
          <p:cNvCxnSpPr>
            <a:cxnSpLocks/>
          </p:cNvCxnSpPr>
          <p:nvPr/>
        </p:nvCxnSpPr>
        <p:spPr>
          <a:xfrm>
            <a:off x="5604867" y="2603605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도형 105">
            <a:extLst>
              <a:ext uri="{FF2B5EF4-FFF2-40B4-BE49-F238E27FC236}">
                <a16:creationId xmlns:a16="http://schemas.microsoft.com/office/drawing/2014/main" id="{7F01851D-90D7-A667-1167-0F2969924F3B}"/>
              </a:ext>
            </a:extLst>
          </p:cNvPr>
          <p:cNvCxnSpPr>
            <a:cxnSpLocks/>
          </p:cNvCxnSpPr>
          <p:nvPr/>
        </p:nvCxnSpPr>
        <p:spPr>
          <a:xfrm>
            <a:off x="6776691" y="2603605"/>
            <a:ext cx="665714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도형 105">
            <a:extLst>
              <a:ext uri="{FF2B5EF4-FFF2-40B4-BE49-F238E27FC236}">
                <a16:creationId xmlns:a16="http://schemas.microsoft.com/office/drawing/2014/main" id="{A93A429B-007F-7DFE-C3B9-80FA2EA3E6AB}"/>
              </a:ext>
            </a:extLst>
          </p:cNvPr>
          <p:cNvCxnSpPr>
            <a:cxnSpLocks/>
          </p:cNvCxnSpPr>
          <p:nvPr/>
        </p:nvCxnSpPr>
        <p:spPr>
          <a:xfrm>
            <a:off x="8138248" y="2876550"/>
            <a:ext cx="0" cy="39317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도형 105">
            <a:extLst>
              <a:ext uri="{FF2B5EF4-FFF2-40B4-BE49-F238E27FC236}">
                <a16:creationId xmlns:a16="http://schemas.microsoft.com/office/drawing/2014/main" id="{2C65979B-B712-1F92-6A26-CEF39B6F1171}"/>
              </a:ext>
            </a:extLst>
          </p:cNvPr>
          <p:cNvCxnSpPr>
            <a:cxnSpLocks/>
          </p:cNvCxnSpPr>
          <p:nvPr/>
        </p:nvCxnSpPr>
        <p:spPr>
          <a:xfrm>
            <a:off x="5604867" y="3511020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도형 105">
            <a:extLst>
              <a:ext uri="{FF2B5EF4-FFF2-40B4-BE49-F238E27FC236}">
                <a16:creationId xmlns:a16="http://schemas.microsoft.com/office/drawing/2014/main" id="{893FE296-0CE6-A15A-5DF0-77026FFC0DAD}"/>
              </a:ext>
            </a:extLst>
          </p:cNvPr>
          <p:cNvCxnSpPr>
            <a:cxnSpLocks/>
          </p:cNvCxnSpPr>
          <p:nvPr/>
        </p:nvCxnSpPr>
        <p:spPr>
          <a:xfrm>
            <a:off x="7246638" y="3511020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" name="텍스트 상자 75"/>
          <p:cNvSpPr txBox="1"/>
          <p:nvPr/>
        </p:nvSpPr>
        <p:spPr>
          <a:xfrm>
            <a:off x="2968625" y="975995"/>
            <a:ext cx="3266440" cy="37147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RSP-USER-23 ~ 24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서비스</a:t>
                      </a: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검색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0D11E0F0-D7F6-7FAB-C05C-AB028EDC97B4}"/>
              </a:ext>
            </a:extLst>
          </p:cNvPr>
          <p:cNvGrpSpPr/>
          <p:nvPr/>
        </p:nvGrpSpPr>
        <p:grpSpPr>
          <a:xfrm>
            <a:off x="1814195" y="2308860"/>
            <a:ext cx="6154991" cy="1310963"/>
            <a:chOff x="1671320" y="2139315"/>
            <a:chExt cx="6154991" cy="1310963"/>
          </a:xfrm>
        </p:grpSpPr>
        <p:sp>
          <p:nvSpPr>
            <p:cNvPr id="5" name="도형 39"/>
            <p:cNvSpPr/>
            <p:nvPr/>
          </p:nvSpPr>
          <p:spPr>
            <a:xfrm>
              <a:off x="1671320" y="2143125"/>
              <a:ext cx="1176020" cy="39751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1. 카테고리를</a:t>
              </a:r>
              <a:b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</a:b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이용한 검색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" name="도형 39"/>
            <p:cNvSpPr/>
            <p:nvPr/>
          </p:nvSpPr>
          <p:spPr>
            <a:xfrm>
              <a:off x="3840776" y="2147251"/>
              <a:ext cx="1259205" cy="38925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카테고리에</a:t>
              </a:r>
              <a:endPara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있는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" name="도형 39"/>
            <p:cNvSpPr/>
            <p:nvPr/>
          </p:nvSpPr>
          <p:spPr>
            <a:xfrm>
              <a:off x="5853578" y="2139315"/>
              <a:ext cx="1972733" cy="38100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클릭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시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상세정보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조회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8" name="도형 37"/>
            <p:cNvSpPr/>
            <p:nvPr/>
          </p:nvSpPr>
          <p:spPr>
            <a:xfrm>
              <a:off x="1677034" y="3071183"/>
              <a:ext cx="1170305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1. 검색창을 </a:t>
              </a:r>
              <a:b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</a:b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이용한 검색 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도형 38"/>
            <p:cNvSpPr/>
            <p:nvPr/>
          </p:nvSpPr>
          <p:spPr>
            <a:xfrm>
              <a:off x="3836606" y="3063563"/>
              <a:ext cx="1257935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카테고리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/ </a:t>
              </a:r>
              <a:r>
                <a:rPr lang="ko-KR" altLang="en-US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서비스명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0" name="도형 39"/>
            <p:cNvSpPr/>
            <p:nvPr/>
          </p:nvSpPr>
          <p:spPr>
            <a:xfrm>
              <a:off x="5854848" y="3063563"/>
              <a:ext cx="1971463" cy="36893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입력한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내용과</a:t>
              </a:r>
              <a:endPara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관련된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서비스를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F6EC198-946F-3417-6CA1-6E31C0066AD2}"/>
                </a:ext>
              </a:extLst>
            </p:cNvPr>
            <p:cNvCxnSpPr/>
            <p:nvPr/>
          </p:nvCxnSpPr>
          <p:spPr>
            <a:xfrm>
              <a:off x="2917338" y="2346960"/>
              <a:ext cx="8534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72EF625F-7611-42C3-8AD7-E73DBDA64B63}"/>
                </a:ext>
              </a:extLst>
            </p:cNvPr>
            <p:cNvCxnSpPr>
              <a:cxnSpLocks/>
            </p:cNvCxnSpPr>
            <p:nvPr/>
          </p:nvCxnSpPr>
          <p:spPr>
            <a:xfrm>
              <a:off x="5169979" y="2346960"/>
              <a:ext cx="6148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3AC5CF66-7DDD-D885-C4DF-C87D1583CD00}"/>
                </a:ext>
              </a:extLst>
            </p:cNvPr>
            <p:cNvCxnSpPr/>
            <p:nvPr/>
          </p:nvCxnSpPr>
          <p:spPr>
            <a:xfrm>
              <a:off x="2917338" y="3260730"/>
              <a:ext cx="8534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B4C40295-7E8F-E030-DF0D-197011568E43}"/>
                </a:ext>
              </a:extLst>
            </p:cNvPr>
            <p:cNvCxnSpPr>
              <a:cxnSpLocks/>
            </p:cNvCxnSpPr>
            <p:nvPr/>
          </p:nvCxnSpPr>
          <p:spPr>
            <a:xfrm>
              <a:off x="5169979" y="3260730"/>
              <a:ext cx="6148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" name="텍스트 상자 75"/>
          <p:cNvSpPr txBox="1"/>
          <p:nvPr/>
        </p:nvSpPr>
        <p:spPr>
          <a:xfrm>
            <a:off x="2968625" y="975995"/>
            <a:ext cx="3267075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ID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RSP-USER-25 ~ 28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서비스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후기</a:t>
                      </a:r>
                      <a:endParaRPr lang="en-US" altLang="ko-KR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E194825D-7DB7-43F7-A3C2-27F14E13D5EF}"/>
              </a:ext>
            </a:extLst>
          </p:cNvPr>
          <p:cNvGrpSpPr/>
          <p:nvPr/>
        </p:nvGrpSpPr>
        <p:grpSpPr>
          <a:xfrm>
            <a:off x="205723" y="1273999"/>
            <a:ext cx="8790974" cy="3448644"/>
            <a:chOff x="190466" y="1273999"/>
            <a:chExt cx="8790974" cy="3448644"/>
          </a:xfrm>
        </p:grpSpPr>
        <p:sp>
          <p:nvSpPr>
            <p:cNvPr id="5" name="도형 39"/>
            <p:cNvSpPr/>
            <p:nvPr/>
          </p:nvSpPr>
          <p:spPr>
            <a:xfrm>
              <a:off x="190467" y="1273999"/>
              <a:ext cx="1468788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클릭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" name="도형 39"/>
            <p:cNvSpPr/>
            <p:nvPr/>
          </p:nvSpPr>
          <p:spPr>
            <a:xfrm>
              <a:off x="190503" y="2129450"/>
              <a:ext cx="1469386" cy="51562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5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상세</a:t>
              </a: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5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페이지</a:t>
              </a:r>
              <a:endParaRPr lang="en-US" altLang="ko-KR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및 주문 목록</a:t>
              </a: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5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클릭</a:t>
              </a:r>
              <a:endParaRPr lang="ko-KR" altLang="en-US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" name="도형 39"/>
            <p:cNvSpPr/>
            <p:nvPr/>
          </p:nvSpPr>
          <p:spPr>
            <a:xfrm>
              <a:off x="190466" y="3082057"/>
              <a:ext cx="1468789" cy="35496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화면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1" name="도형 40"/>
            <p:cNvSpPr/>
            <p:nvPr/>
          </p:nvSpPr>
          <p:spPr>
            <a:xfrm>
              <a:off x="2203767" y="1910227"/>
              <a:ext cx="1348739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등록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2" name="도형 41"/>
            <p:cNvSpPr/>
            <p:nvPr/>
          </p:nvSpPr>
          <p:spPr>
            <a:xfrm>
              <a:off x="4015105" y="1917212"/>
              <a:ext cx="162560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5.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b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</a:b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등록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화면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3" name="도형 42"/>
            <p:cNvSpPr/>
            <p:nvPr/>
          </p:nvSpPr>
          <p:spPr>
            <a:xfrm>
              <a:off x="6123939" y="1918482"/>
              <a:ext cx="1219835" cy="37401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6.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b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</a:b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양식에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맞게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작성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4" name="도형 43"/>
            <p:cNvSpPr/>
            <p:nvPr/>
          </p:nvSpPr>
          <p:spPr>
            <a:xfrm>
              <a:off x="7849235" y="1918482"/>
              <a:ext cx="9436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7.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작성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완료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도형 44"/>
            <p:cNvSpPr/>
            <p:nvPr/>
          </p:nvSpPr>
          <p:spPr>
            <a:xfrm>
              <a:off x="6567276" y="2321772"/>
              <a:ext cx="1647825" cy="668655"/>
            </a:xfrm>
            <a:prstGeom prst="star12">
              <a:avLst>
                <a:gd name="adj" fmla="val 37500"/>
              </a:avLst>
            </a:prstGeom>
            <a:solidFill>
              <a:srgbClr val="4DACF3"/>
            </a:solidFill>
            <a:ln w="254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latin typeface="맑은 고딕"/>
                  <a:ea typeface="맑은 고딕"/>
                </a:rPr>
                <a:t>양식과</a:t>
              </a:r>
              <a:r>
                <a:rPr lang="en-US" altLang="ko-KR" sz="1000" b="0" strike="noStrike" cap="none" dirty="0">
                  <a:latin typeface="맑은 고딕"/>
                  <a:ea typeface="맑은 고딕"/>
                </a:rPr>
                <a:t> </a:t>
              </a:r>
            </a:p>
            <a:p>
              <a:pPr marL="0" indent="0" algn="ctr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latin typeface="맑은 고딕"/>
                  <a:ea typeface="맑은 고딕"/>
                </a:rPr>
                <a:t>다른경우</a:t>
              </a:r>
              <a:r>
                <a:rPr lang="en-US" altLang="ko-KR" sz="1000" b="0" strike="noStrike" cap="none" dirty="0">
                  <a:latin typeface="맑은 고딕"/>
                  <a:ea typeface="맑은 고딕"/>
                </a:rPr>
                <a:t/>
              </a:r>
              <a:br>
                <a:rPr lang="en-US" altLang="ko-KR" sz="1000" b="0" strike="noStrike" cap="none" dirty="0">
                  <a:latin typeface="맑은 고딕"/>
                  <a:ea typeface="맑은 고딕"/>
                </a:rPr>
              </a:br>
              <a:r>
                <a:rPr lang="en-US" altLang="ko-KR" sz="1000" b="0" strike="noStrike" cap="none" dirty="0" err="1">
                  <a:latin typeface="맑은 고딕"/>
                  <a:ea typeface="맑은 고딕"/>
                </a:rPr>
                <a:t>경고창</a:t>
              </a:r>
              <a:r>
                <a:rPr lang="en-US" altLang="ko-KR" sz="1000" b="0" strike="noStrike" cap="none" dirty="0"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latin typeface="맑은 고딕"/>
                <a:ea typeface="맑은 고딕"/>
              </a:endParaRPr>
            </a:p>
          </p:txBody>
        </p:sp>
        <p:sp>
          <p:nvSpPr>
            <p:cNvPr id="49" name="도형 48"/>
            <p:cNvSpPr/>
            <p:nvPr/>
          </p:nvSpPr>
          <p:spPr>
            <a:xfrm>
              <a:off x="2210117" y="3079517"/>
              <a:ext cx="1348739" cy="35496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수정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0" name="도형 49"/>
            <p:cNvSpPr/>
            <p:nvPr/>
          </p:nvSpPr>
          <p:spPr>
            <a:xfrm>
              <a:off x="4017010" y="3004587"/>
              <a:ext cx="1623695" cy="49466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5.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작성자와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/>
              </a:r>
              <a:b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</a:b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수정자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일치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시 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수정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화면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1" name="도형 50"/>
            <p:cNvSpPr/>
            <p:nvPr/>
          </p:nvSpPr>
          <p:spPr>
            <a:xfrm>
              <a:off x="6123940" y="3076342"/>
              <a:ext cx="1219835" cy="36068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6.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b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</a:b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양식에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맞게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수정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도형 51"/>
            <p:cNvSpPr/>
            <p:nvPr/>
          </p:nvSpPr>
          <p:spPr>
            <a:xfrm>
              <a:off x="4752975" y="3444579"/>
              <a:ext cx="1663700" cy="668655"/>
            </a:xfrm>
            <a:prstGeom prst="star12">
              <a:avLst>
                <a:gd name="adj" fmla="val 37500"/>
              </a:avLst>
            </a:prstGeom>
            <a:solidFill>
              <a:srgbClr val="4DACF3"/>
            </a:solidFill>
            <a:ln w="254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latin typeface="맑은 고딕"/>
                  <a:ea typeface="맑은 고딕"/>
                </a:rPr>
                <a:t>비일치 시 </a:t>
              </a:r>
              <a:br>
                <a:rPr lang="en-US" altLang="ko-KR" sz="1000" b="0" strike="noStrike" cap="none">
                  <a:latin typeface="맑은 고딕"/>
                  <a:ea typeface="맑은 고딕"/>
                </a:rPr>
              </a:br>
              <a:r>
                <a:rPr lang="en-US" altLang="ko-KR" sz="1000" b="0" strike="noStrike" cap="none">
                  <a:latin typeface="맑은 고딕"/>
                  <a:ea typeface="맑은 고딕"/>
                </a:rPr>
                <a:t>경고창 출력</a:t>
              </a:r>
              <a:endParaRPr lang="ko-KR" altLang="en-US" sz="1000" b="0" strike="noStrike" cap="none">
                <a:latin typeface="맑은 고딕"/>
                <a:ea typeface="맑은 고딕"/>
              </a:endParaRPr>
            </a:p>
          </p:txBody>
        </p:sp>
        <p:sp>
          <p:nvSpPr>
            <p:cNvPr id="53" name="도형 52"/>
            <p:cNvSpPr/>
            <p:nvPr/>
          </p:nvSpPr>
          <p:spPr>
            <a:xfrm>
              <a:off x="7849235" y="3074437"/>
              <a:ext cx="943610" cy="35623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7.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수정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완료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도형 57"/>
            <p:cNvSpPr/>
            <p:nvPr/>
          </p:nvSpPr>
          <p:spPr>
            <a:xfrm>
              <a:off x="2200593" y="4283858"/>
              <a:ext cx="1349429" cy="39306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삭제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9" name="도형 58"/>
            <p:cNvSpPr/>
            <p:nvPr/>
          </p:nvSpPr>
          <p:spPr>
            <a:xfrm>
              <a:off x="4015105" y="4230518"/>
              <a:ext cx="1625600" cy="49212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5.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후기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작성자와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/>
              </a:r>
              <a:b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</a:b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수정자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일치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시 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삭제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화면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0" name="도형 59"/>
            <p:cNvSpPr/>
            <p:nvPr/>
          </p:nvSpPr>
          <p:spPr>
            <a:xfrm>
              <a:off x="6123940" y="4273698"/>
              <a:ext cx="1219835" cy="3924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6.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삭제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완료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61" name="도형 60"/>
            <p:cNvCxnSpPr>
              <a:cxnSpLocks/>
            </p:cNvCxnSpPr>
            <p:nvPr/>
          </p:nvCxnSpPr>
          <p:spPr>
            <a:xfrm>
              <a:off x="928899" y="1704961"/>
              <a:ext cx="0" cy="350479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도형 61"/>
            <p:cNvCxnSpPr>
              <a:cxnSpLocks/>
            </p:cNvCxnSpPr>
            <p:nvPr/>
          </p:nvCxnSpPr>
          <p:spPr>
            <a:xfrm>
              <a:off x="928899" y="2716189"/>
              <a:ext cx="0" cy="31750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텍스트 상자 73"/>
            <p:cNvSpPr txBox="1"/>
            <p:nvPr/>
          </p:nvSpPr>
          <p:spPr>
            <a:xfrm>
              <a:off x="6709410" y="3580278"/>
              <a:ext cx="2272030" cy="577215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txBody>
            <a:bodyPr vert="horz" wrap="square" lIns="89535" tIns="46355" rIns="89535" bIns="46355" anchor="t">
              <a:spAutoFit/>
            </a:bodyPr>
            <a:lstStyle/>
            <a:p>
              <a:pPr marL="0" indent="0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1050" strike="noStrike" cap="none" dirty="0">
                  <a:latin typeface="맑은 고딕"/>
                  <a:ea typeface="맑은 고딕"/>
                </a:rPr>
                <a:t>후기</a:t>
              </a:r>
              <a:r>
                <a:rPr lang="en-US" altLang="ko-KR" sz="1050" strike="noStrike" cap="none" dirty="0">
                  <a:latin typeface="맑은 고딕"/>
                  <a:ea typeface="맑은 고딕"/>
                </a:rPr>
                <a:t> </a:t>
              </a:r>
              <a:r>
                <a:rPr lang="en-US" altLang="ko-KR" sz="1050" strike="noStrike" cap="none" dirty="0" err="1">
                  <a:latin typeface="맑은 고딕"/>
                  <a:ea typeface="맑은 고딕"/>
                </a:rPr>
                <a:t>조회</a:t>
              </a:r>
              <a:r>
                <a:rPr lang="en-US" altLang="ko-KR" sz="1050" strike="noStrike" cap="none" dirty="0">
                  <a:latin typeface="맑은 고딕"/>
                  <a:ea typeface="맑은 고딕"/>
                </a:rPr>
                <a:t> 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: </a:t>
              </a:r>
              <a:r>
                <a:rPr lang="ko-KR" altLang="en-US" sz="1050" b="0" strike="noStrike" cap="none" dirty="0">
                  <a:latin typeface="맑은 고딕"/>
                  <a:ea typeface="맑은 고딕"/>
                </a:rPr>
                <a:t>회원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 / </a:t>
              </a:r>
              <a:r>
                <a:rPr lang="ko-KR" altLang="en-US" sz="1050" b="0" strike="noStrike" cap="none" dirty="0">
                  <a:latin typeface="맑은 고딕"/>
                  <a:ea typeface="맑은 고딕"/>
                </a:rPr>
                <a:t>전문가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 / </a:t>
              </a:r>
              <a:r>
                <a:rPr lang="en-US" altLang="ko-KR" sz="1050" b="0" strike="noStrike" cap="none" dirty="0" err="1">
                  <a:latin typeface="맑은 고딕"/>
                  <a:ea typeface="맑은 고딕"/>
                </a:rPr>
                <a:t>관리자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/>
              </a:r>
              <a:br>
                <a:rPr lang="en-US" altLang="ko-KR" sz="1050" b="0" strike="noStrike" cap="none" dirty="0">
                  <a:latin typeface="맑은 고딕"/>
                  <a:ea typeface="맑은 고딕"/>
                </a:rPr>
              </a:br>
              <a:r>
                <a:rPr lang="ko-KR" altLang="en-US" sz="1050" b="0" strike="noStrike" cap="none" dirty="0">
                  <a:latin typeface="맑은 고딕"/>
                  <a:ea typeface="맑은 고딕"/>
                </a:rPr>
                <a:t>후기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 </a:t>
              </a:r>
              <a:r>
                <a:rPr lang="en-US" altLang="ko-KR" sz="1050" b="0" strike="noStrike" cap="none" dirty="0" err="1">
                  <a:latin typeface="맑은 고딕"/>
                  <a:ea typeface="맑은 고딕"/>
                </a:rPr>
                <a:t>등록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, </a:t>
              </a:r>
              <a:r>
                <a:rPr lang="en-US" altLang="ko-KR" sz="1050" b="0" strike="noStrike" cap="none" dirty="0" err="1">
                  <a:latin typeface="맑은 고딕"/>
                  <a:ea typeface="맑은 고딕"/>
                </a:rPr>
                <a:t>수정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 : </a:t>
              </a:r>
              <a:r>
                <a:rPr lang="ko-KR" altLang="en-US" sz="1050" b="0" strike="noStrike" cap="none" dirty="0">
                  <a:latin typeface="맑은 고딕"/>
                  <a:ea typeface="맑은 고딕"/>
                </a:rPr>
                <a:t>회원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 </a:t>
              </a:r>
              <a:br>
                <a:rPr lang="en-US" altLang="ko-KR" sz="1050" b="0" strike="noStrike" cap="none" dirty="0">
                  <a:latin typeface="맑은 고딕"/>
                  <a:ea typeface="맑은 고딕"/>
                </a:rPr>
              </a:br>
              <a:r>
                <a:rPr lang="ko-KR" altLang="en-US" sz="1050" b="0" strike="noStrike" cap="none" dirty="0">
                  <a:latin typeface="맑은 고딕"/>
                  <a:ea typeface="맑은 고딕"/>
                </a:rPr>
                <a:t>후기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 </a:t>
              </a:r>
              <a:r>
                <a:rPr lang="en-US" altLang="ko-KR" sz="1050" b="0" strike="noStrike" cap="none" dirty="0" err="1">
                  <a:latin typeface="맑은 고딕"/>
                  <a:ea typeface="맑은 고딕"/>
                </a:rPr>
                <a:t>삭제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 : </a:t>
              </a:r>
              <a:r>
                <a:rPr lang="ko-KR" altLang="en-US" sz="1050" b="0" strike="noStrike" cap="none" dirty="0">
                  <a:latin typeface="맑은 고딕"/>
                  <a:ea typeface="맑은 고딕"/>
                </a:rPr>
                <a:t>회원</a:t>
              </a:r>
              <a:r>
                <a:rPr lang="en-US" altLang="ko-KR" sz="1050" b="0" strike="noStrike" cap="none" dirty="0">
                  <a:latin typeface="맑은 고딕"/>
                  <a:ea typeface="맑은 고딕"/>
                </a:rPr>
                <a:t>, </a:t>
              </a:r>
              <a:r>
                <a:rPr lang="en-US" altLang="ko-KR" sz="1050" b="0" strike="noStrike" cap="none" dirty="0" err="1">
                  <a:latin typeface="맑은 고딕"/>
                  <a:ea typeface="맑은 고딕"/>
                </a:rPr>
                <a:t>관리자</a:t>
              </a:r>
              <a:endParaRPr lang="ko-KR" altLang="en-US" sz="1050" b="0" strike="noStrike" cap="none" dirty="0">
                <a:latin typeface="맑은 고딕"/>
                <a:ea typeface="맑은 고딕"/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02BB140-50B4-DC49-A80F-E3260DC61217}"/>
                </a:ext>
              </a:extLst>
            </p:cNvPr>
            <p:cNvGrpSpPr/>
            <p:nvPr/>
          </p:nvGrpSpPr>
          <p:grpSpPr>
            <a:xfrm>
              <a:off x="1687943" y="2070248"/>
              <a:ext cx="459627" cy="2402468"/>
              <a:chOff x="345123" y="1716096"/>
              <a:chExt cx="459627" cy="2721601"/>
            </a:xfrm>
          </p:grpSpPr>
          <p:cxnSp>
            <p:nvCxnSpPr>
              <p:cNvPr id="3" name="도형 105">
                <a:extLst>
                  <a:ext uri="{FF2B5EF4-FFF2-40B4-BE49-F238E27FC236}">
                    <a16:creationId xmlns:a16="http://schemas.microsoft.com/office/drawing/2014/main" id="{415B734A-3D1D-8D0B-DD2A-CA48F56259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229" y="1722163"/>
                <a:ext cx="350521" cy="0"/>
              </a:xfrm>
              <a:prstGeom prst="straightConnector1">
                <a:avLst/>
              </a:prstGeom>
              <a:ln w="9525" cap="flat" cmpd="sng"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CC0D5B1B-3E5D-321D-E691-3D585EF13E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229" y="1716096"/>
                <a:ext cx="0" cy="27216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도형 105">
                <a:extLst>
                  <a:ext uri="{FF2B5EF4-FFF2-40B4-BE49-F238E27FC236}">
                    <a16:creationId xmlns:a16="http://schemas.microsoft.com/office/drawing/2014/main" id="{7CFCB153-5A0A-586F-B490-1BC525B893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229" y="4433833"/>
                <a:ext cx="350521" cy="0"/>
              </a:xfrm>
              <a:prstGeom prst="straightConnector1">
                <a:avLst/>
              </a:prstGeom>
              <a:ln w="9525" cap="flat" cmpd="sng"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도형 105">
                <a:extLst>
                  <a:ext uri="{FF2B5EF4-FFF2-40B4-BE49-F238E27FC236}">
                    <a16:creationId xmlns:a16="http://schemas.microsoft.com/office/drawing/2014/main" id="{D10640FD-3BAF-2EB8-5156-0507EAD9E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123" y="3060491"/>
                <a:ext cx="459627" cy="0"/>
              </a:xfrm>
              <a:prstGeom prst="straightConnector1">
                <a:avLst/>
              </a:prstGeom>
              <a:ln w="9525" cap="flat" cmpd="sng"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도형 105">
              <a:extLst>
                <a:ext uri="{FF2B5EF4-FFF2-40B4-BE49-F238E27FC236}">
                  <a16:creationId xmlns:a16="http://schemas.microsoft.com/office/drawing/2014/main" id="{28B2B1F4-70BE-FE38-2030-16C027300F11}"/>
                </a:ext>
              </a:extLst>
            </p:cNvPr>
            <p:cNvCxnSpPr>
              <a:cxnSpLocks/>
            </p:cNvCxnSpPr>
            <p:nvPr/>
          </p:nvCxnSpPr>
          <p:spPr>
            <a:xfrm>
              <a:off x="3608703" y="2093150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도형 105">
              <a:extLst>
                <a:ext uri="{FF2B5EF4-FFF2-40B4-BE49-F238E27FC236}">
                  <a16:creationId xmlns:a16="http://schemas.microsoft.com/office/drawing/2014/main" id="{E1C86CC9-E1B4-7316-1D9C-B5F38FB73DAB}"/>
                </a:ext>
              </a:extLst>
            </p:cNvPr>
            <p:cNvCxnSpPr>
              <a:cxnSpLocks/>
            </p:cNvCxnSpPr>
            <p:nvPr/>
          </p:nvCxnSpPr>
          <p:spPr>
            <a:xfrm>
              <a:off x="3608703" y="3264301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도형 105">
              <a:extLst>
                <a:ext uri="{FF2B5EF4-FFF2-40B4-BE49-F238E27FC236}">
                  <a16:creationId xmlns:a16="http://schemas.microsoft.com/office/drawing/2014/main" id="{1F82D1D8-0E45-9E4B-AB1F-7470C444320B}"/>
                </a:ext>
              </a:extLst>
            </p:cNvPr>
            <p:cNvCxnSpPr>
              <a:cxnSpLocks/>
            </p:cNvCxnSpPr>
            <p:nvPr/>
          </p:nvCxnSpPr>
          <p:spPr>
            <a:xfrm>
              <a:off x="3608703" y="4472716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도형 105">
              <a:extLst>
                <a:ext uri="{FF2B5EF4-FFF2-40B4-BE49-F238E27FC236}">
                  <a16:creationId xmlns:a16="http://schemas.microsoft.com/office/drawing/2014/main" id="{A11B9973-B345-0F8C-83A7-20909EFCE83F}"/>
                </a:ext>
              </a:extLst>
            </p:cNvPr>
            <p:cNvCxnSpPr>
              <a:cxnSpLocks/>
            </p:cNvCxnSpPr>
            <p:nvPr/>
          </p:nvCxnSpPr>
          <p:spPr>
            <a:xfrm>
              <a:off x="5699124" y="2093150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도형 105">
              <a:extLst>
                <a:ext uri="{FF2B5EF4-FFF2-40B4-BE49-F238E27FC236}">
                  <a16:creationId xmlns:a16="http://schemas.microsoft.com/office/drawing/2014/main" id="{B337968B-159A-EF37-7DEF-610F6FA5BE54}"/>
                </a:ext>
              </a:extLst>
            </p:cNvPr>
            <p:cNvCxnSpPr>
              <a:cxnSpLocks/>
            </p:cNvCxnSpPr>
            <p:nvPr/>
          </p:nvCxnSpPr>
          <p:spPr>
            <a:xfrm>
              <a:off x="5699124" y="3264301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도형 105">
              <a:extLst>
                <a:ext uri="{FF2B5EF4-FFF2-40B4-BE49-F238E27FC236}">
                  <a16:creationId xmlns:a16="http://schemas.microsoft.com/office/drawing/2014/main" id="{23514E1F-07DE-0F0C-8384-5B5A76093350}"/>
                </a:ext>
              </a:extLst>
            </p:cNvPr>
            <p:cNvCxnSpPr>
              <a:cxnSpLocks/>
            </p:cNvCxnSpPr>
            <p:nvPr/>
          </p:nvCxnSpPr>
          <p:spPr>
            <a:xfrm>
              <a:off x="5699124" y="4472716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도형 105">
              <a:extLst>
                <a:ext uri="{FF2B5EF4-FFF2-40B4-BE49-F238E27FC236}">
                  <a16:creationId xmlns:a16="http://schemas.microsoft.com/office/drawing/2014/main" id="{4698CED1-C5A3-8A54-7E8E-C7E5AC4C8149}"/>
                </a:ext>
              </a:extLst>
            </p:cNvPr>
            <p:cNvCxnSpPr>
              <a:cxnSpLocks/>
            </p:cNvCxnSpPr>
            <p:nvPr/>
          </p:nvCxnSpPr>
          <p:spPr>
            <a:xfrm>
              <a:off x="7423149" y="2093150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도형 105">
              <a:extLst>
                <a:ext uri="{FF2B5EF4-FFF2-40B4-BE49-F238E27FC236}">
                  <a16:creationId xmlns:a16="http://schemas.microsoft.com/office/drawing/2014/main" id="{0B9A29F7-E00B-EE3A-3F34-20600579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423149" y="3264301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" name="도형 39"/>
          <p:cNvSpPr/>
          <p:nvPr/>
        </p:nvSpPr>
        <p:spPr>
          <a:xfrm>
            <a:off x="650955" y="2169795"/>
            <a:ext cx="2126402" cy="3810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1.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메인 페이지 또는 문의 게시판</a:t>
            </a:r>
          </a:p>
        </p:txBody>
      </p:sp>
      <p:sp>
        <p:nvSpPr>
          <p:cNvPr id="5" name="도형 39"/>
          <p:cNvSpPr/>
          <p:nvPr/>
        </p:nvSpPr>
        <p:spPr>
          <a:xfrm>
            <a:off x="3703004" y="2170430"/>
            <a:ext cx="164274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챗봇API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적용된</a:t>
            </a:r>
            <a:endParaRPr lang="en-US" altLang="ko-KR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채팅화면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" name="도형 39"/>
          <p:cNvSpPr/>
          <p:nvPr/>
        </p:nvSpPr>
        <p:spPr>
          <a:xfrm>
            <a:off x="5155884" y="3768725"/>
            <a:ext cx="164274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4. 질문사항 입력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" name="도형 39"/>
          <p:cNvSpPr/>
          <p:nvPr/>
        </p:nvSpPr>
        <p:spPr>
          <a:xfrm>
            <a:off x="2189164" y="3769360"/>
            <a:ext cx="164211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챗봇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버튼 클릭</a:t>
            </a:r>
          </a:p>
        </p:txBody>
      </p:sp>
      <p:sp>
        <p:nvSpPr>
          <p:cNvPr id="8" name="도형 39"/>
          <p:cNvSpPr/>
          <p:nvPr/>
        </p:nvSpPr>
        <p:spPr>
          <a:xfrm>
            <a:off x="6629480" y="2170430"/>
            <a:ext cx="164274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관련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답변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" name="도형 76"/>
          <p:cNvSpPr/>
          <p:nvPr/>
        </p:nvSpPr>
        <p:spPr>
          <a:xfrm>
            <a:off x="7040880" y="3144202"/>
            <a:ext cx="1663065" cy="101536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000" b="0" strike="noStrike" cap="none">
                <a:latin typeface="맑은 고딕"/>
                <a:ea typeface="맑은 고딕"/>
              </a:rPr>
              <a:t>정의되지 </a:t>
            </a:r>
            <a:r>
              <a:rPr lang="en-US" altLang="ko-KR" sz="1000" b="0" strike="noStrike" cap="none">
                <a:latin typeface="맑은 고딕"/>
                <a:ea typeface="맑은 고딕"/>
              </a:rPr>
              <a:t/>
            </a:r>
            <a:br>
              <a:rPr lang="en-US" altLang="ko-KR" sz="1000" b="0" strike="noStrike" cap="none">
                <a:latin typeface="맑은 고딕"/>
                <a:ea typeface="맑은 고딕"/>
              </a:rPr>
            </a:br>
            <a:r>
              <a:rPr lang="ko-KR" altLang="en-US" sz="1000" b="0" strike="noStrike" cap="none">
                <a:latin typeface="맑은 고딕"/>
                <a:ea typeface="맑은 고딕"/>
              </a:rPr>
              <a:t>않은 질문시 지정된 답변 출력</a:t>
            </a:r>
          </a:p>
        </p:txBody>
      </p:sp>
      <p:sp>
        <p:nvSpPr>
          <p:cNvPr id="10" name="텍스트 상자 75"/>
          <p:cNvSpPr txBox="1"/>
          <p:nvPr/>
        </p:nvSpPr>
        <p:spPr>
          <a:xfrm>
            <a:off x="2967990" y="995045"/>
            <a:ext cx="3266440" cy="37147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69131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RSP-BUYER-1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1:1 </a:t>
                      </a:r>
                      <a:r>
                        <a:rPr lang="ko-KR" altLang="en-US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챗봇</a:t>
                      </a: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채팅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" name="도형 37">
            <a:extLst>
              <a:ext uri="{FF2B5EF4-FFF2-40B4-BE49-F238E27FC236}">
                <a16:creationId xmlns:a16="http://schemas.microsoft.com/office/drawing/2014/main" id="{B0C35D77-23A7-A067-38C5-CFF9F642BF89}"/>
              </a:ext>
            </a:extLst>
          </p:cNvPr>
          <p:cNvCxnSpPr>
            <a:cxnSpLocks/>
          </p:cNvCxnSpPr>
          <p:nvPr/>
        </p:nvCxnSpPr>
        <p:spPr>
          <a:xfrm>
            <a:off x="4597877" y="2636520"/>
            <a:ext cx="1354614" cy="1015365"/>
          </a:xfrm>
          <a:prstGeom prst="straightConnector1">
            <a:avLst/>
          </a:prstGeom>
          <a:ln w="9525" cap="flat" cmpd="sng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도형 37">
            <a:extLst>
              <a:ext uri="{FF2B5EF4-FFF2-40B4-BE49-F238E27FC236}">
                <a16:creationId xmlns:a16="http://schemas.microsoft.com/office/drawing/2014/main" id="{5BFBAB01-2310-C1D8-F5F0-DE648A22AF07}"/>
              </a:ext>
            </a:extLst>
          </p:cNvPr>
          <p:cNvCxnSpPr>
            <a:cxnSpLocks/>
          </p:cNvCxnSpPr>
          <p:nvPr/>
        </p:nvCxnSpPr>
        <p:spPr>
          <a:xfrm>
            <a:off x="1601153" y="2636520"/>
            <a:ext cx="1354614" cy="1015365"/>
          </a:xfrm>
          <a:prstGeom prst="straightConnector1">
            <a:avLst/>
          </a:prstGeom>
          <a:ln w="9525" cap="flat" cmpd="sng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도형 37">
            <a:extLst>
              <a:ext uri="{FF2B5EF4-FFF2-40B4-BE49-F238E27FC236}">
                <a16:creationId xmlns:a16="http://schemas.microsoft.com/office/drawing/2014/main" id="{C56528A0-7F48-2C55-4690-4FF315D732E8}"/>
              </a:ext>
            </a:extLst>
          </p:cNvPr>
          <p:cNvCxnSpPr>
            <a:cxnSpLocks/>
          </p:cNvCxnSpPr>
          <p:nvPr/>
        </p:nvCxnSpPr>
        <p:spPr>
          <a:xfrm flipV="1">
            <a:off x="3099515" y="2636520"/>
            <a:ext cx="1354614" cy="1015365"/>
          </a:xfrm>
          <a:prstGeom prst="straightConnector1">
            <a:avLst/>
          </a:prstGeom>
          <a:ln w="9525" cap="flat" cmpd="sng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도형 37">
            <a:extLst>
              <a:ext uri="{FF2B5EF4-FFF2-40B4-BE49-F238E27FC236}">
                <a16:creationId xmlns:a16="http://schemas.microsoft.com/office/drawing/2014/main" id="{8BF8F36B-35C1-98FF-9B25-4DFD3101020C}"/>
              </a:ext>
            </a:extLst>
          </p:cNvPr>
          <p:cNvCxnSpPr>
            <a:cxnSpLocks/>
          </p:cNvCxnSpPr>
          <p:nvPr/>
        </p:nvCxnSpPr>
        <p:spPr>
          <a:xfrm flipV="1">
            <a:off x="6096239" y="2636520"/>
            <a:ext cx="1354614" cy="1015365"/>
          </a:xfrm>
          <a:prstGeom prst="straightConnector1">
            <a:avLst/>
          </a:prstGeom>
          <a:ln w="9525" cap="flat" cmpd="sng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0" name="텍스트 상자 75"/>
          <p:cNvSpPr txBox="1"/>
          <p:nvPr/>
        </p:nvSpPr>
        <p:spPr>
          <a:xfrm>
            <a:off x="2967990" y="995045"/>
            <a:ext cx="3266440" cy="37147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034086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RSP-BUYER-1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1:1 </a:t>
                      </a: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회원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채팅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1653427C-4A94-BE63-265F-474EE14CBCEB}"/>
              </a:ext>
            </a:extLst>
          </p:cNvPr>
          <p:cNvGrpSpPr/>
          <p:nvPr/>
        </p:nvGrpSpPr>
        <p:grpSpPr>
          <a:xfrm>
            <a:off x="1963382" y="2204667"/>
            <a:ext cx="5593121" cy="1671426"/>
            <a:chOff x="1963382" y="2075074"/>
            <a:chExt cx="5593121" cy="1671426"/>
          </a:xfrm>
        </p:grpSpPr>
        <p:sp>
          <p:nvSpPr>
            <p:cNvPr id="4" name="도형 39"/>
            <p:cNvSpPr/>
            <p:nvPr/>
          </p:nvSpPr>
          <p:spPr>
            <a:xfrm>
              <a:off x="6234430" y="2811357"/>
              <a:ext cx="1322073" cy="291148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smtClean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1:1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채팅</a:t>
              </a:r>
            </a:p>
          </p:txBody>
        </p:sp>
        <p:sp>
          <p:nvSpPr>
            <p:cNvPr id="22" name="도형 39"/>
            <p:cNvSpPr/>
            <p:nvPr/>
          </p:nvSpPr>
          <p:spPr>
            <a:xfrm>
              <a:off x="1963382" y="2219007"/>
              <a:ext cx="1176020" cy="28892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1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페이지</a:t>
              </a:r>
            </a:p>
          </p:txBody>
        </p:sp>
        <p:sp>
          <p:nvSpPr>
            <p:cNvPr id="23" name="도형 39"/>
            <p:cNvSpPr/>
            <p:nvPr/>
          </p:nvSpPr>
          <p:spPr>
            <a:xfrm>
              <a:off x="1963382" y="3368675"/>
              <a:ext cx="1176020" cy="28892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Arial"/>
                  <a:ea typeface="Arial"/>
                </a:rPr>
                <a:t>1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마이 페이지</a:t>
              </a:r>
            </a:p>
          </p:txBody>
        </p:sp>
        <p:cxnSp>
          <p:nvCxnSpPr>
            <p:cNvPr id="25" name="도형 39"/>
            <p:cNvCxnSpPr>
              <a:cxnSpLocks/>
            </p:cNvCxnSpPr>
            <p:nvPr/>
          </p:nvCxnSpPr>
          <p:spPr>
            <a:xfrm>
              <a:off x="3260103" y="3523933"/>
              <a:ext cx="472440" cy="0"/>
            </a:xfrm>
            <a:prstGeom prst="straightConnector1">
              <a:avLst/>
            </a:prstGeom>
            <a:ln w="9525" cap="flat" cmpd="sng">
              <a:solidFill>
                <a:schemeClr val="accent1">
                  <a:alpha val="100000"/>
                </a:schemeClr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도형 39"/>
            <p:cNvSpPr/>
            <p:nvPr/>
          </p:nvSpPr>
          <p:spPr>
            <a:xfrm>
              <a:off x="3853244" y="2075074"/>
              <a:ext cx="1641205" cy="490326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제공 전문가 선택</a:t>
              </a:r>
            </a:p>
          </p:txBody>
        </p:sp>
        <p:sp>
          <p:nvSpPr>
            <p:cNvPr id="35" name="도형 39"/>
            <p:cNvSpPr/>
            <p:nvPr/>
          </p:nvSpPr>
          <p:spPr>
            <a:xfrm>
              <a:off x="3853246" y="3275542"/>
              <a:ext cx="1641204" cy="470958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기존 채팅목록에서</a:t>
              </a:r>
              <a:endPara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상대방 선택</a:t>
              </a:r>
            </a:p>
          </p:txBody>
        </p:sp>
        <p:cxnSp>
          <p:nvCxnSpPr>
            <p:cNvPr id="42" name="도형 39"/>
            <p:cNvCxnSpPr/>
            <p:nvPr/>
          </p:nvCxnSpPr>
          <p:spPr>
            <a:xfrm>
              <a:off x="5504712" y="2359660"/>
              <a:ext cx="677226" cy="45593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도형 39"/>
            <p:cNvCxnSpPr>
              <a:cxnSpLocks/>
            </p:cNvCxnSpPr>
            <p:nvPr/>
          </p:nvCxnSpPr>
          <p:spPr>
            <a:xfrm flipV="1">
              <a:off x="5492011" y="3040380"/>
              <a:ext cx="689927" cy="472758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도형 39">
              <a:extLst>
                <a:ext uri="{FF2B5EF4-FFF2-40B4-BE49-F238E27FC236}">
                  <a16:creationId xmlns:a16="http://schemas.microsoft.com/office/drawing/2014/main" id="{2904D8D8-BA01-7D3A-0179-E173EA511DD4}"/>
                </a:ext>
              </a:extLst>
            </p:cNvPr>
            <p:cNvCxnSpPr>
              <a:cxnSpLocks/>
            </p:cNvCxnSpPr>
            <p:nvPr/>
          </p:nvCxnSpPr>
          <p:spPr>
            <a:xfrm>
              <a:off x="3260103" y="2359660"/>
              <a:ext cx="472440" cy="0"/>
            </a:xfrm>
            <a:prstGeom prst="straightConnector1">
              <a:avLst/>
            </a:prstGeom>
            <a:ln w="9525" cap="flat" cmpd="sng">
              <a:solidFill>
                <a:schemeClr val="accent1">
                  <a:alpha val="100000"/>
                </a:schemeClr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453293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RSP-USER-33 ~ 36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 dirty="0" smtClean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홍보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게시판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관리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" name="텍스트 상자 65"/>
          <p:cNvSpPr txBox="1"/>
          <p:nvPr/>
        </p:nvSpPr>
        <p:spPr>
          <a:xfrm>
            <a:off x="6311264" y="957897"/>
            <a:ext cx="2572385" cy="57721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algn="ctr" defTabSz="508000" eaLnBrk="0">
              <a:defRPr/>
            </a:pPr>
            <a:r>
              <a:rPr lang="ko-KR" altLang="en-US" sz="1050" b="0" strike="noStrike" cap="none" dirty="0" err="1">
                <a:latin typeface="맑은 고딕"/>
                <a:ea typeface="맑은 고딕"/>
              </a:rPr>
              <a:t>게시글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조회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관리자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/>
            </a:r>
            <a:br>
              <a:rPr lang="en-US" altLang="ko-KR" sz="1050" b="0" strike="noStrike" cap="none" dirty="0">
                <a:latin typeface="맑은 고딕"/>
                <a:ea typeface="맑은 고딕"/>
              </a:rPr>
            </a:br>
            <a:r>
              <a:rPr lang="ko-KR" altLang="en-US" sz="1050" b="0" strike="noStrike" cap="none" dirty="0" err="1">
                <a:latin typeface="맑은 고딕"/>
                <a:ea typeface="맑은 고딕"/>
              </a:rPr>
              <a:t>게시글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등록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,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수정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dirty="0" smtClean="0">
                <a:ea typeface="맑은 고딕"/>
              </a:rPr>
              <a:t>전문가</a:t>
            </a:r>
            <a:r>
              <a:rPr lang="en-US" altLang="ko-KR" sz="1050" dirty="0" smtClean="0">
                <a:ea typeface="맑은 고딕"/>
              </a:rPr>
              <a:t> 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/>
            </a:r>
            <a:br>
              <a:rPr lang="en-US" altLang="ko-KR" sz="1050" b="0" strike="noStrike" cap="none" dirty="0">
                <a:latin typeface="맑은 고딕"/>
                <a:ea typeface="맑은 고딕"/>
              </a:rPr>
            </a:br>
            <a:r>
              <a:rPr lang="ko-KR" altLang="en-US" sz="1050" b="0" strike="noStrike" cap="none" dirty="0" err="1">
                <a:latin typeface="맑은 고딕"/>
                <a:ea typeface="맑은 고딕"/>
              </a:rPr>
              <a:t>게시글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삭제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dirty="0" smtClean="0">
                <a:ea typeface="맑은 고딕"/>
              </a:rPr>
              <a:t>전문가</a:t>
            </a:r>
            <a:r>
              <a:rPr lang="en-US" altLang="ko-KR" sz="1050" dirty="0" smtClean="0">
                <a:ea typeface="맑은 고딕"/>
              </a:rPr>
              <a:t> </a:t>
            </a:r>
            <a:r>
              <a:rPr lang="en-US" altLang="ko-KR" sz="1050" dirty="0">
                <a:ea typeface="맑은 고딕"/>
              </a:rPr>
              <a:t>/ </a:t>
            </a:r>
            <a:r>
              <a:rPr lang="en-US" altLang="ko-KR" sz="1050" dirty="0" err="1">
                <a:ea typeface="맑은 고딕"/>
              </a:rPr>
              <a:t>관리자</a:t>
            </a:r>
            <a:endParaRPr lang="ko-KR" altLang="en-US" sz="105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38" name="도형 39"/>
          <p:cNvSpPr/>
          <p:nvPr/>
        </p:nvSpPr>
        <p:spPr>
          <a:xfrm>
            <a:off x="121399" y="3011913"/>
            <a:ext cx="1598083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1. </a:t>
            </a:r>
            <a:r>
              <a:rPr lang="ko-KR" altLang="en-US" sz="1000" b="0" strike="noStrike" cap="none" dirty="0" smtClean="0">
                <a:solidFill>
                  <a:schemeClr val="bg1"/>
                </a:solidFill>
                <a:latin typeface="맑은 고딕"/>
                <a:ea typeface="맑은 고딕"/>
              </a:rPr>
              <a:t>홍보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게시판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클릭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3" name="도형 40"/>
          <p:cNvSpPr/>
          <p:nvPr/>
        </p:nvSpPr>
        <p:spPr>
          <a:xfrm>
            <a:off x="2234565" y="1746250"/>
            <a:ext cx="140970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게시글</a:t>
            </a:r>
            <a:r>
              <a:rPr lang="en-US" altLang="ko-KR" sz="1000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6" name="도형 41"/>
          <p:cNvSpPr/>
          <p:nvPr/>
        </p:nvSpPr>
        <p:spPr>
          <a:xfrm>
            <a:off x="4084320" y="1753235"/>
            <a:ext cx="162560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7" name="도형 42"/>
          <p:cNvSpPr/>
          <p:nvPr/>
        </p:nvSpPr>
        <p:spPr>
          <a:xfrm>
            <a:off x="6182360" y="1759747"/>
            <a:ext cx="1219835" cy="37401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양식에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맞게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8" name="도형 43"/>
          <p:cNvSpPr/>
          <p:nvPr/>
        </p:nvSpPr>
        <p:spPr>
          <a:xfrm>
            <a:off x="7875905" y="1754505"/>
            <a:ext cx="94361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8" name="도형 48"/>
          <p:cNvSpPr/>
          <p:nvPr/>
        </p:nvSpPr>
        <p:spPr>
          <a:xfrm>
            <a:off x="2240915" y="2661498"/>
            <a:ext cx="1403350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9" name="도형 49"/>
          <p:cNvSpPr/>
          <p:nvPr/>
        </p:nvSpPr>
        <p:spPr>
          <a:xfrm>
            <a:off x="4086225" y="2586568"/>
            <a:ext cx="1623695" cy="4946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작성자와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정보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일치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시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0" name="도형 50"/>
          <p:cNvSpPr/>
          <p:nvPr/>
        </p:nvSpPr>
        <p:spPr>
          <a:xfrm>
            <a:off x="6182360" y="2658323"/>
            <a:ext cx="1219835" cy="36068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양식에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맞게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2" name="도형 52"/>
          <p:cNvSpPr/>
          <p:nvPr/>
        </p:nvSpPr>
        <p:spPr>
          <a:xfrm>
            <a:off x="7875905" y="2656418"/>
            <a:ext cx="943610" cy="35623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3" name="도형 57"/>
          <p:cNvSpPr/>
          <p:nvPr/>
        </p:nvSpPr>
        <p:spPr>
          <a:xfrm>
            <a:off x="2231390" y="4451985"/>
            <a:ext cx="1412875" cy="3930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조회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5" name="도형 59"/>
          <p:cNvSpPr/>
          <p:nvPr/>
        </p:nvSpPr>
        <p:spPr>
          <a:xfrm>
            <a:off x="4086224" y="4451985"/>
            <a:ext cx="1623695" cy="3924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게시글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내용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</a:p>
        </p:txBody>
      </p:sp>
      <p:sp>
        <p:nvSpPr>
          <p:cNvPr id="89" name="도형 48"/>
          <p:cNvSpPr/>
          <p:nvPr/>
        </p:nvSpPr>
        <p:spPr>
          <a:xfrm>
            <a:off x="2219749" y="3558963"/>
            <a:ext cx="1424515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삭제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0" name="도형 49"/>
          <p:cNvSpPr/>
          <p:nvPr/>
        </p:nvSpPr>
        <p:spPr>
          <a:xfrm>
            <a:off x="4084320" y="3484033"/>
            <a:ext cx="1625600" cy="4946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작성자와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정보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일치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시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삭제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2" name="도형 52"/>
          <p:cNvSpPr/>
          <p:nvPr/>
        </p:nvSpPr>
        <p:spPr>
          <a:xfrm>
            <a:off x="6182360" y="3558963"/>
            <a:ext cx="1219200" cy="35623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삭제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1" name="도형 51"/>
          <p:cNvSpPr/>
          <p:nvPr/>
        </p:nvSpPr>
        <p:spPr>
          <a:xfrm>
            <a:off x="5126355" y="2969789"/>
            <a:ext cx="1663700" cy="66865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비일치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시 </a:t>
            </a:r>
            <a:br>
              <a:rPr lang="en-US" altLang="ko-KR" sz="1000" b="0" strike="noStrike" cap="none" dirty="0">
                <a:latin typeface="맑은 고딕"/>
                <a:ea typeface="맑은 고딕"/>
              </a:rPr>
            </a:br>
            <a:r>
              <a:rPr lang="ko-KR" altLang="en-US" sz="1000" b="0" strike="noStrike" cap="none" dirty="0" err="1">
                <a:latin typeface="맑은 고딕"/>
                <a:ea typeface="맑은 고딕"/>
              </a:rPr>
              <a:t>경고창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67" name="도형 44"/>
          <p:cNvSpPr/>
          <p:nvPr/>
        </p:nvSpPr>
        <p:spPr>
          <a:xfrm>
            <a:off x="6554577" y="2067031"/>
            <a:ext cx="1647825" cy="66865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양식과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</a:t>
            </a:r>
          </a:p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다른경우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latin typeface="맑은 고딕"/>
                <a:ea typeface="맑은 고딕"/>
              </a:rPr>
            </a:br>
            <a:r>
              <a:rPr lang="ko-KR" altLang="en-US" sz="1000" b="0" strike="noStrike" cap="none" dirty="0" err="1">
                <a:latin typeface="맑은 고딕"/>
                <a:ea typeface="맑은 고딕"/>
              </a:rPr>
              <a:t>경고창</a:t>
            </a:r>
            <a:r>
              <a:rPr lang="ko-KR" altLang="en-US" sz="1000" b="0" strike="noStrike" cap="none" dirty="0">
                <a:latin typeface="맑은 고딕"/>
                <a:ea typeface="맑은 고딕"/>
              </a:rPr>
              <a:t> 출력</a:t>
            </a:r>
          </a:p>
        </p:txBody>
      </p:sp>
      <p:sp>
        <p:nvSpPr>
          <p:cNvPr id="2" name="텍스트 상자 75">
            <a:extLst>
              <a:ext uri="{FF2B5EF4-FFF2-40B4-BE49-F238E27FC236}">
                <a16:creationId xmlns:a16="http://schemas.microsoft.com/office/drawing/2014/main" id="{48FAD3AC-2FEA-63A9-9F6C-788214EC8384}"/>
              </a:ext>
            </a:extLst>
          </p:cNvPr>
          <p:cNvSpPr txBox="1"/>
          <p:nvPr/>
        </p:nvSpPr>
        <p:spPr>
          <a:xfrm>
            <a:off x="3332480" y="967105"/>
            <a:ext cx="2521585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cxnSp>
        <p:nvCxnSpPr>
          <p:cNvPr id="3" name="도형 105">
            <a:extLst>
              <a:ext uri="{FF2B5EF4-FFF2-40B4-BE49-F238E27FC236}">
                <a16:creationId xmlns:a16="http://schemas.microsoft.com/office/drawing/2014/main" id="{83F51F52-82AF-6D58-4D0C-35882E1CEAB7}"/>
              </a:ext>
            </a:extLst>
          </p:cNvPr>
          <p:cNvCxnSpPr>
            <a:cxnSpLocks/>
          </p:cNvCxnSpPr>
          <p:nvPr/>
        </p:nvCxnSpPr>
        <p:spPr>
          <a:xfrm>
            <a:off x="1827546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D5CA5F2-AA9F-BD48-7048-040AEC018028}"/>
              </a:ext>
            </a:extLst>
          </p:cNvPr>
          <p:cNvCxnSpPr>
            <a:cxnSpLocks/>
          </p:cNvCxnSpPr>
          <p:nvPr/>
        </p:nvCxnSpPr>
        <p:spPr>
          <a:xfrm>
            <a:off x="1827546" y="1958922"/>
            <a:ext cx="0" cy="268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도형 105">
            <a:extLst>
              <a:ext uri="{FF2B5EF4-FFF2-40B4-BE49-F238E27FC236}">
                <a16:creationId xmlns:a16="http://schemas.microsoft.com/office/drawing/2014/main" id="{1CF9D9E8-C6D0-D1B4-A7D1-543460E37EE1}"/>
              </a:ext>
            </a:extLst>
          </p:cNvPr>
          <p:cNvCxnSpPr>
            <a:cxnSpLocks/>
          </p:cNvCxnSpPr>
          <p:nvPr/>
        </p:nvCxnSpPr>
        <p:spPr>
          <a:xfrm>
            <a:off x="1827546" y="4636786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도형 105">
            <a:extLst>
              <a:ext uri="{FF2B5EF4-FFF2-40B4-BE49-F238E27FC236}">
                <a16:creationId xmlns:a16="http://schemas.microsoft.com/office/drawing/2014/main" id="{8B0B0D33-3B46-380E-99C0-F9B48638F121}"/>
              </a:ext>
            </a:extLst>
          </p:cNvPr>
          <p:cNvCxnSpPr>
            <a:cxnSpLocks/>
          </p:cNvCxnSpPr>
          <p:nvPr/>
        </p:nvCxnSpPr>
        <p:spPr>
          <a:xfrm>
            <a:off x="1827546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도형 105">
            <a:extLst>
              <a:ext uri="{FF2B5EF4-FFF2-40B4-BE49-F238E27FC236}">
                <a16:creationId xmlns:a16="http://schemas.microsoft.com/office/drawing/2014/main" id="{0D98C054-9D42-BBD9-4BB2-3C65DCB72A2D}"/>
              </a:ext>
            </a:extLst>
          </p:cNvPr>
          <p:cNvCxnSpPr>
            <a:cxnSpLocks/>
          </p:cNvCxnSpPr>
          <p:nvPr/>
        </p:nvCxnSpPr>
        <p:spPr>
          <a:xfrm>
            <a:off x="1827546" y="374118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도형 105">
            <a:extLst>
              <a:ext uri="{FF2B5EF4-FFF2-40B4-BE49-F238E27FC236}">
                <a16:creationId xmlns:a16="http://schemas.microsoft.com/office/drawing/2014/main" id="{BFB0CFD9-DFB3-66DE-E528-74507364CE02}"/>
              </a:ext>
            </a:extLst>
          </p:cNvPr>
          <p:cNvCxnSpPr>
            <a:cxnSpLocks/>
          </p:cNvCxnSpPr>
          <p:nvPr/>
        </p:nvCxnSpPr>
        <p:spPr>
          <a:xfrm>
            <a:off x="3685556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도형 105">
            <a:extLst>
              <a:ext uri="{FF2B5EF4-FFF2-40B4-BE49-F238E27FC236}">
                <a16:creationId xmlns:a16="http://schemas.microsoft.com/office/drawing/2014/main" id="{57073166-797D-28F6-7FC7-0DEB5055487D}"/>
              </a:ext>
            </a:extLst>
          </p:cNvPr>
          <p:cNvCxnSpPr>
            <a:cxnSpLocks/>
          </p:cNvCxnSpPr>
          <p:nvPr/>
        </p:nvCxnSpPr>
        <p:spPr>
          <a:xfrm>
            <a:off x="3685556" y="4636786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도형 105">
            <a:extLst>
              <a:ext uri="{FF2B5EF4-FFF2-40B4-BE49-F238E27FC236}">
                <a16:creationId xmlns:a16="http://schemas.microsoft.com/office/drawing/2014/main" id="{41841C18-F5C3-FD33-0944-B24E34C9B0AD}"/>
              </a:ext>
            </a:extLst>
          </p:cNvPr>
          <p:cNvCxnSpPr>
            <a:cxnSpLocks/>
          </p:cNvCxnSpPr>
          <p:nvPr/>
        </p:nvCxnSpPr>
        <p:spPr>
          <a:xfrm>
            <a:off x="3685556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도형 105">
            <a:extLst>
              <a:ext uri="{FF2B5EF4-FFF2-40B4-BE49-F238E27FC236}">
                <a16:creationId xmlns:a16="http://schemas.microsoft.com/office/drawing/2014/main" id="{5E0099A5-F6AD-43FA-8BD7-7F6BCA135BAA}"/>
              </a:ext>
            </a:extLst>
          </p:cNvPr>
          <p:cNvCxnSpPr>
            <a:cxnSpLocks/>
          </p:cNvCxnSpPr>
          <p:nvPr/>
        </p:nvCxnSpPr>
        <p:spPr>
          <a:xfrm>
            <a:off x="3685556" y="374118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도형 105">
            <a:extLst>
              <a:ext uri="{FF2B5EF4-FFF2-40B4-BE49-F238E27FC236}">
                <a16:creationId xmlns:a16="http://schemas.microsoft.com/office/drawing/2014/main" id="{6774C0A9-4CDE-DC83-B808-9368F9C9B0DE}"/>
              </a:ext>
            </a:extLst>
          </p:cNvPr>
          <p:cNvCxnSpPr>
            <a:cxnSpLocks/>
          </p:cNvCxnSpPr>
          <p:nvPr/>
        </p:nvCxnSpPr>
        <p:spPr>
          <a:xfrm>
            <a:off x="5757544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도형 105">
            <a:extLst>
              <a:ext uri="{FF2B5EF4-FFF2-40B4-BE49-F238E27FC236}">
                <a16:creationId xmlns:a16="http://schemas.microsoft.com/office/drawing/2014/main" id="{B7E8DACE-16DC-A189-D6AD-812CAC59A25A}"/>
              </a:ext>
            </a:extLst>
          </p:cNvPr>
          <p:cNvCxnSpPr>
            <a:cxnSpLocks/>
          </p:cNvCxnSpPr>
          <p:nvPr/>
        </p:nvCxnSpPr>
        <p:spPr>
          <a:xfrm>
            <a:off x="5757544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도형 105">
            <a:extLst>
              <a:ext uri="{FF2B5EF4-FFF2-40B4-BE49-F238E27FC236}">
                <a16:creationId xmlns:a16="http://schemas.microsoft.com/office/drawing/2014/main" id="{2E8B5D55-54D4-B51C-C48C-1A0E6727E522}"/>
              </a:ext>
            </a:extLst>
          </p:cNvPr>
          <p:cNvCxnSpPr>
            <a:cxnSpLocks/>
          </p:cNvCxnSpPr>
          <p:nvPr/>
        </p:nvCxnSpPr>
        <p:spPr>
          <a:xfrm>
            <a:off x="5757544" y="374118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도형 105">
            <a:extLst>
              <a:ext uri="{FF2B5EF4-FFF2-40B4-BE49-F238E27FC236}">
                <a16:creationId xmlns:a16="http://schemas.microsoft.com/office/drawing/2014/main" id="{483DCB5F-A095-3259-1444-24051CEC0E35}"/>
              </a:ext>
            </a:extLst>
          </p:cNvPr>
          <p:cNvCxnSpPr>
            <a:cxnSpLocks/>
          </p:cNvCxnSpPr>
          <p:nvPr/>
        </p:nvCxnSpPr>
        <p:spPr>
          <a:xfrm>
            <a:off x="7465694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도형 105">
            <a:extLst>
              <a:ext uri="{FF2B5EF4-FFF2-40B4-BE49-F238E27FC236}">
                <a16:creationId xmlns:a16="http://schemas.microsoft.com/office/drawing/2014/main" id="{5D0F827C-FAEA-0CEA-FE31-DD850B7B9805}"/>
              </a:ext>
            </a:extLst>
          </p:cNvPr>
          <p:cNvCxnSpPr>
            <a:cxnSpLocks/>
          </p:cNvCxnSpPr>
          <p:nvPr/>
        </p:nvCxnSpPr>
        <p:spPr>
          <a:xfrm>
            <a:off x="7465694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EA0C97F-EC90-E56E-9D6A-9B9FCD7EAF79}"/>
              </a:ext>
            </a:extLst>
          </p:cNvPr>
          <p:cNvCxnSpPr>
            <a:cxnSpLocks/>
          </p:cNvCxnSpPr>
          <p:nvPr/>
        </p:nvCxnSpPr>
        <p:spPr>
          <a:xfrm flipV="1">
            <a:off x="1744556" y="3201461"/>
            <a:ext cx="829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RSP-USER-33 ~ 36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커뮤니티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게시판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관리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" name="텍스트 상자 65"/>
          <p:cNvSpPr txBox="1"/>
          <p:nvPr/>
        </p:nvSpPr>
        <p:spPr>
          <a:xfrm>
            <a:off x="6311264" y="957897"/>
            <a:ext cx="2572385" cy="57721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algn="ctr" defTabSz="508000" eaLnBrk="0">
              <a:defRPr/>
            </a:pPr>
            <a:r>
              <a:rPr lang="ko-KR" altLang="en-US" sz="1050" b="0" strike="noStrike" cap="none" dirty="0" err="1">
                <a:latin typeface="맑은 고딕"/>
                <a:ea typeface="맑은 고딕"/>
              </a:rPr>
              <a:t>게시글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조회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관리자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/>
            </a:r>
            <a:br>
              <a:rPr lang="en-US" altLang="ko-KR" sz="1050" b="0" strike="noStrike" cap="none" dirty="0">
                <a:latin typeface="맑은 고딕"/>
                <a:ea typeface="맑은 고딕"/>
              </a:rPr>
            </a:br>
            <a:r>
              <a:rPr lang="ko-KR" altLang="en-US" sz="1050" b="0" strike="noStrike" cap="none" dirty="0" err="1">
                <a:latin typeface="맑은 고딕"/>
                <a:ea typeface="맑은 고딕"/>
              </a:rPr>
              <a:t>게시글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등록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,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수정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050" dirty="0">
                <a:ea typeface="맑은 고딕"/>
              </a:rPr>
              <a:t> / </a:t>
            </a:r>
            <a:r>
              <a:rPr lang="ko-KR" altLang="en-US" sz="1050" dirty="0">
                <a:ea typeface="맑은 고딕"/>
              </a:rPr>
              <a:t>전문가</a:t>
            </a:r>
            <a:r>
              <a:rPr lang="en-US" altLang="ko-KR" sz="1050" dirty="0">
                <a:ea typeface="맑은 고딕"/>
              </a:rPr>
              <a:t> 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/>
            </a:r>
            <a:br>
              <a:rPr lang="en-US" altLang="ko-KR" sz="1050" b="0" strike="noStrike" cap="none" dirty="0">
                <a:latin typeface="맑은 고딕"/>
                <a:ea typeface="맑은 고딕"/>
              </a:rPr>
            </a:br>
            <a:r>
              <a:rPr lang="ko-KR" altLang="en-US" sz="1050" b="0" strike="noStrike" cap="none" dirty="0" err="1">
                <a:latin typeface="맑은 고딕"/>
                <a:ea typeface="맑은 고딕"/>
              </a:rPr>
              <a:t>게시글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삭제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050" dirty="0">
                <a:ea typeface="맑은 고딕"/>
              </a:rPr>
              <a:t> / </a:t>
            </a:r>
            <a:r>
              <a:rPr lang="ko-KR" altLang="en-US" sz="1050" dirty="0">
                <a:ea typeface="맑은 고딕"/>
              </a:rPr>
              <a:t>전문가</a:t>
            </a:r>
            <a:r>
              <a:rPr lang="en-US" altLang="ko-KR" sz="1050" dirty="0">
                <a:ea typeface="맑은 고딕"/>
              </a:rPr>
              <a:t> / </a:t>
            </a:r>
            <a:r>
              <a:rPr lang="en-US" altLang="ko-KR" sz="1050" dirty="0" err="1">
                <a:ea typeface="맑은 고딕"/>
              </a:rPr>
              <a:t>관리자</a:t>
            </a:r>
            <a:endParaRPr lang="ko-KR" altLang="en-US" sz="105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38" name="도형 39"/>
          <p:cNvSpPr/>
          <p:nvPr/>
        </p:nvSpPr>
        <p:spPr>
          <a:xfrm>
            <a:off x="121399" y="3011913"/>
            <a:ext cx="1598083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1</a:t>
            </a: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커뮤니티 게시판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클릭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3" name="도형 40"/>
          <p:cNvSpPr/>
          <p:nvPr/>
        </p:nvSpPr>
        <p:spPr>
          <a:xfrm>
            <a:off x="2234565" y="1746250"/>
            <a:ext cx="140970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게시글</a:t>
            </a:r>
            <a:r>
              <a:rPr lang="en-US" altLang="ko-KR" sz="1000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6" name="도형 41"/>
          <p:cNvSpPr/>
          <p:nvPr/>
        </p:nvSpPr>
        <p:spPr>
          <a:xfrm>
            <a:off x="4084320" y="1753235"/>
            <a:ext cx="162560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7" name="도형 42"/>
          <p:cNvSpPr/>
          <p:nvPr/>
        </p:nvSpPr>
        <p:spPr>
          <a:xfrm>
            <a:off x="6182360" y="1759747"/>
            <a:ext cx="1219835" cy="37401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양식에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맞게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8" name="도형 43"/>
          <p:cNvSpPr/>
          <p:nvPr/>
        </p:nvSpPr>
        <p:spPr>
          <a:xfrm>
            <a:off x="7875905" y="1754505"/>
            <a:ext cx="94361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8" name="도형 48"/>
          <p:cNvSpPr/>
          <p:nvPr/>
        </p:nvSpPr>
        <p:spPr>
          <a:xfrm>
            <a:off x="2240915" y="2661498"/>
            <a:ext cx="1403350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9" name="도형 49"/>
          <p:cNvSpPr/>
          <p:nvPr/>
        </p:nvSpPr>
        <p:spPr>
          <a:xfrm>
            <a:off x="4086225" y="2586568"/>
            <a:ext cx="1623695" cy="4946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작성자와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정보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일치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시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0" name="도형 50"/>
          <p:cNvSpPr/>
          <p:nvPr/>
        </p:nvSpPr>
        <p:spPr>
          <a:xfrm>
            <a:off x="6182360" y="2658323"/>
            <a:ext cx="1219835" cy="36068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양식에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맞게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2" name="도형 52"/>
          <p:cNvSpPr/>
          <p:nvPr/>
        </p:nvSpPr>
        <p:spPr>
          <a:xfrm>
            <a:off x="7875905" y="2656418"/>
            <a:ext cx="943610" cy="35623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3" name="도형 57"/>
          <p:cNvSpPr/>
          <p:nvPr/>
        </p:nvSpPr>
        <p:spPr>
          <a:xfrm>
            <a:off x="2231390" y="4451985"/>
            <a:ext cx="1412875" cy="3930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조회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5" name="도형 59"/>
          <p:cNvSpPr/>
          <p:nvPr/>
        </p:nvSpPr>
        <p:spPr>
          <a:xfrm>
            <a:off x="4086224" y="4451985"/>
            <a:ext cx="1623695" cy="3924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게시글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내용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</a:p>
        </p:txBody>
      </p:sp>
      <p:sp>
        <p:nvSpPr>
          <p:cNvPr id="89" name="도형 48"/>
          <p:cNvSpPr/>
          <p:nvPr/>
        </p:nvSpPr>
        <p:spPr>
          <a:xfrm>
            <a:off x="2219749" y="3558963"/>
            <a:ext cx="1424515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삭제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0" name="도형 49"/>
          <p:cNvSpPr/>
          <p:nvPr/>
        </p:nvSpPr>
        <p:spPr>
          <a:xfrm>
            <a:off x="4084320" y="3484033"/>
            <a:ext cx="1625600" cy="4946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작성자와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정보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일치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시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삭제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2" name="도형 52"/>
          <p:cNvSpPr/>
          <p:nvPr/>
        </p:nvSpPr>
        <p:spPr>
          <a:xfrm>
            <a:off x="6182360" y="3558963"/>
            <a:ext cx="1219200" cy="35623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삭제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1" name="도형 51"/>
          <p:cNvSpPr/>
          <p:nvPr/>
        </p:nvSpPr>
        <p:spPr>
          <a:xfrm>
            <a:off x="5126355" y="2969789"/>
            <a:ext cx="1663700" cy="66865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비일치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시 </a:t>
            </a:r>
            <a:br>
              <a:rPr lang="en-US" altLang="ko-KR" sz="1000" b="0" strike="noStrike" cap="none" dirty="0">
                <a:latin typeface="맑은 고딕"/>
                <a:ea typeface="맑은 고딕"/>
              </a:rPr>
            </a:br>
            <a:r>
              <a:rPr lang="ko-KR" altLang="en-US" sz="1000" b="0" strike="noStrike" cap="none" dirty="0" err="1">
                <a:latin typeface="맑은 고딕"/>
                <a:ea typeface="맑은 고딕"/>
              </a:rPr>
              <a:t>경고창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67" name="도형 44"/>
          <p:cNvSpPr/>
          <p:nvPr/>
        </p:nvSpPr>
        <p:spPr>
          <a:xfrm>
            <a:off x="6554577" y="2067031"/>
            <a:ext cx="1647825" cy="66865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양식과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</a:t>
            </a:r>
          </a:p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다른경우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latin typeface="맑은 고딕"/>
                <a:ea typeface="맑은 고딕"/>
              </a:rPr>
            </a:br>
            <a:r>
              <a:rPr lang="ko-KR" altLang="en-US" sz="1000" b="0" strike="noStrike" cap="none" dirty="0" err="1">
                <a:latin typeface="맑은 고딕"/>
                <a:ea typeface="맑은 고딕"/>
              </a:rPr>
              <a:t>경고창</a:t>
            </a:r>
            <a:r>
              <a:rPr lang="ko-KR" altLang="en-US" sz="1000" b="0" strike="noStrike" cap="none" dirty="0">
                <a:latin typeface="맑은 고딕"/>
                <a:ea typeface="맑은 고딕"/>
              </a:rPr>
              <a:t> 출력</a:t>
            </a:r>
          </a:p>
        </p:txBody>
      </p:sp>
      <p:sp>
        <p:nvSpPr>
          <p:cNvPr id="2" name="텍스트 상자 75">
            <a:extLst>
              <a:ext uri="{FF2B5EF4-FFF2-40B4-BE49-F238E27FC236}">
                <a16:creationId xmlns:a16="http://schemas.microsoft.com/office/drawing/2014/main" id="{48FAD3AC-2FEA-63A9-9F6C-788214EC8384}"/>
              </a:ext>
            </a:extLst>
          </p:cNvPr>
          <p:cNvSpPr txBox="1"/>
          <p:nvPr/>
        </p:nvSpPr>
        <p:spPr>
          <a:xfrm>
            <a:off x="3332480" y="967105"/>
            <a:ext cx="2521585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cxnSp>
        <p:nvCxnSpPr>
          <p:cNvPr id="3" name="도형 105">
            <a:extLst>
              <a:ext uri="{FF2B5EF4-FFF2-40B4-BE49-F238E27FC236}">
                <a16:creationId xmlns:a16="http://schemas.microsoft.com/office/drawing/2014/main" id="{83F51F52-82AF-6D58-4D0C-35882E1CEAB7}"/>
              </a:ext>
            </a:extLst>
          </p:cNvPr>
          <p:cNvCxnSpPr>
            <a:cxnSpLocks/>
          </p:cNvCxnSpPr>
          <p:nvPr/>
        </p:nvCxnSpPr>
        <p:spPr>
          <a:xfrm>
            <a:off x="1827546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D5CA5F2-AA9F-BD48-7048-040AEC018028}"/>
              </a:ext>
            </a:extLst>
          </p:cNvPr>
          <p:cNvCxnSpPr>
            <a:cxnSpLocks/>
          </p:cNvCxnSpPr>
          <p:nvPr/>
        </p:nvCxnSpPr>
        <p:spPr>
          <a:xfrm>
            <a:off x="1827546" y="1958922"/>
            <a:ext cx="0" cy="268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도형 105">
            <a:extLst>
              <a:ext uri="{FF2B5EF4-FFF2-40B4-BE49-F238E27FC236}">
                <a16:creationId xmlns:a16="http://schemas.microsoft.com/office/drawing/2014/main" id="{1CF9D9E8-C6D0-D1B4-A7D1-543460E37EE1}"/>
              </a:ext>
            </a:extLst>
          </p:cNvPr>
          <p:cNvCxnSpPr>
            <a:cxnSpLocks/>
          </p:cNvCxnSpPr>
          <p:nvPr/>
        </p:nvCxnSpPr>
        <p:spPr>
          <a:xfrm>
            <a:off x="1827546" y="4636786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도형 105">
            <a:extLst>
              <a:ext uri="{FF2B5EF4-FFF2-40B4-BE49-F238E27FC236}">
                <a16:creationId xmlns:a16="http://schemas.microsoft.com/office/drawing/2014/main" id="{8B0B0D33-3B46-380E-99C0-F9B48638F121}"/>
              </a:ext>
            </a:extLst>
          </p:cNvPr>
          <p:cNvCxnSpPr>
            <a:cxnSpLocks/>
          </p:cNvCxnSpPr>
          <p:nvPr/>
        </p:nvCxnSpPr>
        <p:spPr>
          <a:xfrm>
            <a:off x="1827546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도형 105">
            <a:extLst>
              <a:ext uri="{FF2B5EF4-FFF2-40B4-BE49-F238E27FC236}">
                <a16:creationId xmlns:a16="http://schemas.microsoft.com/office/drawing/2014/main" id="{0D98C054-9D42-BBD9-4BB2-3C65DCB72A2D}"/>
              </a:ext>
            </a:extLst>
          </p:cNvPr>
          <p:cNvCxnSpPr>
            <a:cxnSpLocks/>
          </p:cNvCxnSpPr>
          <p:nvPr/>
        </p:nvCxnSpPr>
        <p:spPr>
          <a:xfrm>
            <a:off x="1827546" y="374118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도형 105">
            <a:extLst>
              <a:ext uri="{FF2B5EF4-FFF2-40B4-BE49-F238E27FC236}">
                <a16:creationId xmlns:a16="http://schemas.microsoft.com/office/drawing/2014/main" id="{BFB0CFD9-DFB3-66DE-E528-74507364CE02}"/>
              </a:ext>
            </a:extLst>
          </p:cNvPr>
          <p:cNvCxnSpPr>
            <a:cxnSpLocks/>
          </p:cNvCxnSpPr>
          <p:nvPr/>
        </p:nvCxnSpPr>
        <p:spPr>
          <a:xfrm>
            <a:off x="3685556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도형 105">
            <a:extLst>
              <a:ext uri="{FF2B5EF4-FFF2-40B4-BE49-F238E27FC236}">
                <a16:creationId xmlns:a16="http://schemas.microsoft.com/office/drawing/2014/main" id="{57073166-797D-28F6-7FC7-0DEB5055487D}"/>
              </a:ext>
            </a:extLst>
          </p:cNvPr>
          <p:cNvCxnSpPr>
            <a:cxnSpLocks/>
          </p:cNvCxnSpPr>
          <p:nvPr/>
        </p:nvCxnSpPr>
        <p:spPr>
          <a:xfrm>
            <a:off x="3685556" y="4636786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도형 105">
            <a:extLst>
              <a:ext uri="{FF2B5EF4-FFF2-40B4-BE49-F238E27FC236}">
                <a16:creationId xmlns:a16="http://schemas.microsoft.com/office/drawing/2014/main" id="{41841C18-F5C3-FD33-0944-B24E34C9B0AD}"/>
              </a:ext>
            </a:extLst>
          </p:cNvPr>
          <p:cNvCxnSpPr>
            <a:cxnSpLocks/>
          </p:cNvCxnSpPr>
          <p:nvPr/>
        </p:nvCxnSpPr>
        <p:spPr>
          <a:xfrm>
            <a:off x="3685556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도형 105">
            <a:extLst>
              <a:ext uri="{FF2B5EF4-FFF2-40B4-BE49-F238E27FC236}">
                <a16:creationId xmlns:a16="http://schemas.microsoft.com/office/drawing/2014/main" id="{5E0099A5-F6AD-43FA-8BD7-7F6BCA135BAA}"/>
              </a:ext>
            </a:extLst>
          </p:cNvPr>
          <p:cNvCxnSpPr>
            <a:cxnSpLocks/>
          </p:cNvCxnSpPr>
          <p:nvPr/>
        </p:nvCxnSpPr>
        <p:spPr>
          <a:xfrm>
            <a:off x="3685556" y="374118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도형 105">
            <a:extLst>
              <a:ext uri="{FF2B5EF4-FFF2-40B4-BE49-F238E27FC236}">
                <a16:creationId xmlns:a16="http://schemas.microsoft.com/office/drawing/2014/main" id="{6774C0A9-4CDE-DC83-B808-9368F9C9B0DE}"/>
              </a:ext>
            </a:extLst>
          </p:cNvPr>
          <p:cNvCxnSpPr>
            <a:cxnSpLocks/>
          </p:cNvCxnSpPr>
          <p:nvPr/>
        </p:nvCxnSpPr>
        <p:spPr>
          <a:xfrm>
            <a:off x="5757544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도형 105">
            <a:extLst>
              <a:ext uri="{FF2B5EF4-FFF2-40B4-BE49-F238E27FC236}">
                <a16:creationId xmlns:a16="http://schemas.microsoft.com/office/drawing/2014/main" id="{B7E8DACE-16DC-A189-D6AD-812CAC59A25A}"/>
              </a:ext>
            </a:extLst>
          </p:cNvPr>
          <p:cNvCxnSpPr>
            <a:cxnSpLocks/>
          </p:cNvCxnSpPr>
          <p:nvPr/>
        </p:nvCxnSpPr>
        <p:spPr>
          <a:xfrm>
            <a:off x="5757544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도형 105">
            <a:extLst>
              <a:ext uri="{FF2B5EF4-FFF2-40B4-BE49-F238E27FC236}">
                <a16:creationId xmlns:a16="http://schemas.microsoft.com/office/drawing/2014/main" id="{2E8B5D55-54D4-B51C-C48C-1A0E6727E522}"/>
              </a:ext>
            </a:extLst>
          </p:cNvPr>
          <p:cNvCxnSpPr>
            <a:cxnSpLocks/>
          </p:cNvCxnSpPr>
          <p:nvPr/>
        </p:nvCxnSpPr>
        <p:spPr>
          <a:xfrm>
            <a:off x="5757544" y="374118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도형 105">
            <a:extLst>
              <a:ext uri="{FF2B5EF4-FFF2-40B4-BE49-F238E27FC236}">
                <a16:creationId xmlns:a16="http://schemas.microsoft.com/office/drawing/2014/main" id="{483DCB5F-A095-3259-1444-24051CEC0E35}"/>
              </a:ext>
            </a:extLst>
          </p:cNvPr>
          <p:cNvCxnSpPr>
            <a:cxnSpLocks/>
          </p:cNvCxnSpPr>
          <p:nvPr/>
        </p:nvCxnSpPr>
        <p:spPr>
          <a:xfrm>
            <a:off x="7465694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도형 105">
            <a:extLst>
              <a:ext uri="{FF2B5EF4-FFF2-40B4-BE49-F238E27FC236}">
                <a16:creationId xmlns:a16="http://schemas.microsoft.com/office/drawing/2014/main" id="{5D0F827C-FAEA-0CEA-FE31-DD850B7B9805}"/>
              </a:ext>
            </a:extLst>
          </p:cNvPr>
          <p:cNvCxnSpPr>
            <a:cxnSpLocks/>
          </p:cNvCxnSpPr>
          <p:nvPr/>
        </p:nvCxnSpPr>
        <p:spPr>
          <a:xfrm>
            <a:off x="7465694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EA0C97F-EC90-E56E-9D6A-9B9FCD7EAF79}"/>
              </a:ext>
            </a:extLst>
          </p:cNvPr>
          <p:cNvCxnSpPr>
            <a:cxnSpLocks/>
          </p:cNvCxnSpPr>
          <p:nvPr/>
        </p:nvCxnSpPr>
        <p:spPr>
          <a:xfrm flipV="1">
            <a:off x="1744556" y="3201461"/>
            <a:ext cx="829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454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512414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RSP-USER-33 ~ 36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문의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게시판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관리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텍스트 상자 75">
            <a:extLst>
              <a:ext uri="{FF2B5EF4-FFF2-40B4-BE49-F238E27FC236}">
                <a16:creationId xmlns:a16="http://schemas.microsoft.com/office/drawing/2014/main" id="{26EFBB8E-BFD8-3EA3-C29D-9ABA417C4460}"/>
              </a:ext>
            </a:extLst>
          </p:cNvPr>
          <p:cNvSpPr txBox="1"/>
          <p:nvPr/>
        </p:nvSpPr>
        <p:spPr>
          <a:xfrm>
            <a:off x="3332480" y="967105"/>
            <a:ext cx="2521585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3" name="텍스트 상자 65">
            <a:extLst>
              <a:ext uri="{FF2B5EF4-FFF2-40B4-BE49-F238E27FC236}">
                <a16:creationId xmlns:a16="http://schemas.microsoft.com/office/drawing/2014/main" id="{7A2B672B-C8CF-589C-3C95-BC3A39650431}"/>
              </a:ext>
            </a:extLst>
          </p:cNvPr>
          <p:cNvSpPr txBox="1"/>
          <p:nvPr/>
        </p:nvSpPr>
        <p:spPr>
          <a:xfrm>
            <a:off x="6311264" y="957897"/>
            <a:ext cx="2572385" cy="57721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algn="ctr" defTabSz="508000" eaLnBrk="0">
              <a:defRPr/>
            </a:pPr>
            <a:r>
              <a:rPr lang="ko-KR" altLang="en-US" sz="1050" b="0" strike="noStrike" cap="none" dirty="0" err="1">
                <a:latin typeface="맑은 고딕"/>
                <a:ea typeface="맑은 고딕"/>
              </a:rPr>
              <a:t>게시글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조회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관리자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/>
            </a:r>
            <a:br>
              <a:rPr lang="en-US" altLang="ko-KR" sz="1050" b="0" strike="noStrike" cap="none" dirty="0">
                <a:latin typeface="맑은 고딕"/>
                <a:ea typeface="맑은 고딕"/>
              </a:rPr>
            </a:br>
            <a:r>
              <a:rPr lang="ko-KR" altLang="en-US" sz="1050" b="0" strike="noStrike" cap="none" dirty="0" err="1">
                <a:latin typeface="맑은 고딕"/>
                <a:ea typeface="맑은 고딕"/>
              </a:rPr>
              <a:t>게시글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등록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,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수정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050" dirty="0">
                <a:ea typeface="맑은 고딕"/>
              </a:rPr>
              <a:t> / </a:t>
            </a:r>
            <a:r>
              <a:rPr lang="ko-KR" altLang="en-US" sz="1050" dirty="0">
                <a:ea typeface="맑은 고딕"/>
              </a:rPr>
              <a:t>전문가</a:t>
            </a:r>
            <a:r>
              <a:rPr lang="en-US" altLang="ko-KR" sz="1050" dirty="0">
                <a:ea typeface="맑은 고딕"/>
              </a:rPr>
              <a:t> 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/>
            </a:r>
            <a:br>
              <a:rPr lang="en-US" altLang="ko-KR" sz="1050" b="0" strike="noStrike" cap="none" dirty="0">
                <a:latin typeface="맑은 고딕"/>
                <a:ea typeface="맑은 고딕"/>
              </a:rPr>
            </a:br>
            <a:r>
              <a:rPr lang="ko-KR" altLang="en-US" sz="1050" b="0" strike="noStrike" cap="none" dirty="0" err="1">
                <a:latin typeface="맑은 고딕"/>
                <a:ea typeface="맑은 고딕"/>
              </a:rPr>
              <a:t>게시글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삭제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050" dirty="0">
                <a:ea typeface="맑은 고딕"/>
              </a:rPr>
              <a:t> / </a:t>
            </a:r>
            <a:r>
              <a:rPr lang="ko-KR" altLang="en-US" sz="1050" dirty="0">
                <a:ea typeface="맑은 고딕"/>
              </a:rPr>
              <a:t>전문가</a:t>
            </a:r>
            <a:r>
              <a:rPr lang="en-US" altLang="ko-KR" sz="1050" dirty="0">
                <a:ea typeface="맑은 고딕"/>
              </a:rPr>
              <a:t> / </a:t>
            </a:r>
            <a:r>
              <a:rPr lang="en-US" altLang="ko-KR" sz="1050" dirty="0" err="1">
                <a:ea typeface="맑은 고딕"/>
              </a:rPr>
              <a:t>관리자</a:t>
            </a:r>
            <a:endParaRPr lang="ko-KR" altLang="en-US" sz="105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5" name="도형 39">
            <a:extLst>
              <a:ext uri="{FF2B5EF4-FFF2-40B4-BE49-F238E27FC236}">
                <a16:creationId xmlns:a16="http://schemas.microsoft.com/office/drawing/2014/main" id="{713DA2BF-B9ED-2906-59D8-FC8C65B7C63B}"/>
              </a:ext>
            </a:extLst>
          </p:cNvPr>
          <p:cNvSpPr/>
          <p:nvPr/>
        </p:nvSpPr>
        <p:spPr>
          <a:xfrm>
            <a:off x="121399" y="3011913"/>
            <a:ext cx="1598083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1.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문의 게시판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클릭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" name="도형 40">
            <a:extLst>
              <a:ext uri="{FF2B5EF4-FFF2-40B4-BE49-F238E27FC236}">
                <a16:creationId xmlns:a16="http://schemas.microsoft.com/office/drawing/2014/main" id="{BF2D3167-FA72-7D51-6071-D310AB4A021F}"/>
              </a:ext>
            </a:extLst>
          </p:cNvPr>
          <p:cNvSpPr/>
          <p:nvPr/>
        </p:nvSpPr>
        <p:spPr>
          <a:xfrm>
            <a:off x="2234565" y="1746250"/>
            <a:ext cx="140970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게시글</a:t>
            </a:r>
            <a:r>
              <a:rPr lang="en-US" altLang="ko-KR" sz="1000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" name="도형 41">
            <a:extLst>
              <a:ext uri="{FF2B5EF4-FFF2-40B4-BE49-F238E27FC236}">
                <a16:creationId xmlns:a16="http://schemas.microsoft.com/office/drawing/2014/main" id="{8C25507B-F913-46C1-5075-B3115DDD8FBC}"/>
              </a:ext>
            </a:extLst>
          </p:cNvPr>
          <p:cNvSpPr/>
          <p:nvPr/>
        </p:nvSpPr>
        <p:spPr>
          <a:xfrm>
            <a:off x="4084320" y="1753235"/>
            <a:ext cx="162560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8" name="도형 42">
            <a:extLst>
              <a:ext uri="{FF2B5EF4-FFF2-40B4-BE49-F238E27FC236}">
                <a16:creationId xmlns:a16="http://schemas.microsoft.com/office/drawing/2014/main" id="{0B02BD5A-859A-6FFE-5ACA-91DAF7D94750}"/>
              </a:ext>
            </a:extLst>
          </p:cNvPr>
          <p:cNvSpPr/>
          <p:nvPr/>
        </p:nvSpPr>
        <p:spPr>
          <a:xfrm>
            <a:off x="6182360" y="1759747"/>
            <a:ext cx="1219835" cy="37401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양식에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맞게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" name="도형 43">
            <a:extLst>
              <a:ext uri="{FF2B5EF4-FFF2-40B4-BE49-F238E27FC236}">
                <a16:creationId xmlns:a16="http://schemas.microsoft.com/office/drawing/2014/main" id="{50AE104E-C2E8-29F0-0F7E-CCA540C9C56C}"/>
              </a:ext>
            </a:extLst>
          </p:cNvPr>
          <p:cNvSpPr/>
          <p:nvPr/>
        </p:nvSpPr>
        <p:spPr>
          <a:xfrm>
            <a:off x="7875905" y="1754505"/>
            <a:ext cx="94361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등록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0" name="도형 48">
            <a:extLst>
              <a:ext uri="{FF2B5EF4-FFF2-40B4-BE49-F238E27FC236}">
                <a16:creationId xmlns:a16="http://schemas.microsoft.com/office/drawing/2014/main" id="{096AE278-FEC6-E8B3-4F6D-4C8BA648E4DF}"/>
              </a:ext>
            </a:extLst>
          </p:cNvPr>
          <p:cNvSpPr/>
          <p:nvPr/>
        </p:nvSpPr>
        <p:spPr>
          <a:xfrm>
            <a:off x="2240915" y="2661498"/>
            <a:ext cx="1403350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1" name="도형 49">
            <a:extLst>
              <a:ext uri="{FF2B5EF4-FFF2-40B4-BE49-F238E27FC236}">
                <a16:creationId xmlns:a16="http://schemas.microsoft.com/office/drawing/2014/main" id="{DE9A3C6E-F2A9-205B-0177-2EB847AC85B6}"/>
              </a:ext>
            </a:extLst>
          </p:cNvPr>
          <p:cNvSpPr/>
          <p:nvPr/>
        </p:nvSpPr>
        <p:spPr>
          <a:xfrm>
            <a:off x="4086225" y="2586568"/>
            <a:ext cx="1623695" cy="4946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작성자와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정보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일치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시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2" name="도형 50">
            <a:extLst>
              <a:ext uri="{FF2B5EF4-FFF2-40B4-BE49-F238E27FC236}">
                <a16:creationId xmlns:a16="http://schemas.microsoft.com/office/drawing/2014/main" id="{1C7E137F-9BA0-E474-82E6-CE2A577603FB}"/>
              </a:ext>
            </a:extLst>
          </p:cNvPr>
          <p:cNvSpPr/>
          <p:nvPr/>
        </p:nvSpPr>
        <p:spPr>
          <a:xfrm>
            <a:off x="6182360" y="2658323"/>
            <a:ext cx="1219835" cy="36068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양식에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맞게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3" name="도형 52">
            <a:extLst>
              <a:ext uri="{FF2B5EF4-FFF2-40B4-BE49-F238E27FC236}">
                <a16:creationId xmlns:a16="http://schemas.microsoft.com/office/drawing/2014/main" id="{7E52FB8E-7A74-C40D-8305-B969B154FB9D}"/>
              </a:ext>
            </a:extLst>
          </p:cNvPr>
          <p:cNvSpPr/>
          <p:nvPr/>
        </p:nvSpPr>
        <p:spPr>
          <a:xfrm>
            <a:off x="7875905" y="2656418"/>
            <a:ext cx="943610" cy="35623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4" name="도형 57">
            <a:extLst>
              <a:ext uri="{FF2B5EF4-FFF2-40B4-BE49-F238E27FC236}">
                <a16:creationId xmlns:a16="http://schemas.microsoft.com/office/drawing/2014/main" id="{F29760BB-63B6-6796-6F08-72E1FE750351}"/>
              </a:ext>
            </a:extLst>
          </p:cNvPr>
          <p:cNvSpPr/>
          <p:nvPr/>
        </p:nvSpPr>
        <p:spPr>
          <a:xfrm>
            <a:off x="2231390" y="4451985"/>
            <a:ext cx="1412875" cy="3930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조회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5" name="도형 59">
            <a:extLst>
              <a:ext uri="{FF2B5EF4-FFF2-40B4-BE49-F238E27FC236}">
                <a16:creationId xmlns:a16="http://schemas.microsoft.com/office/drawing/2014/main" id="{C247967D-0A66-30A2-1647-84575800EB9B}"/>
              </a:ext>
            </a:extLst>
          </p:cNvPr>
          <p:cNvSpPr/>
          <p:nvPr/>
        </p:nvSpPr>
        <p:spPr>
          <a:xfrm>
            <a:off x="4086224" y="4451985"/>
            <a:ext cx="1623695" cy="3924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게시글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내용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</a:p>
        </p:txBody>
      </p:sp>
      <p:sp>
        <p:nvSpPr>
          <p:cNvPr id="16" name="도형 48">
            <a:extLst>
              <a:ext uri="{FF2B5EF4-FFF2-40B4-BE49-F238E27FC236}">
                <a16:creationId xmlns:a16="http://schemas.microsoft.com/office/drawing/2014/main" id="{F8D8AC23-7F60-58E8-F00E-8C829BAFC3BE}"/>
              </a:ext>
            </a:extLst>
          </p:cNvPr>
          <p:cNvSpPr/>
          <p:nvPr/>
        </p:nvSpPr>
        <p:spPr>
          <a:xfrm>
            <a:off x="2219749" y="3558963"/>
            <a:ext cx="1424515" cy="3549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삭제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7" name="도형 49">
            <a:extLst>
              <a:ext uri="{FF2B5EF4-FFF2-40B4-BE49-F238E27FC236}">
                <a16:creationId xmlns:a16="http://schemas.microsoft.com/office/drawing/2014/main" id="{354294FC-7CFC-276A-5A4F-0C89AC447DFF}"/>
              </a:ext>
            </a:extLst>
          </p:cNvPr>
          <p:cNvSpPr/>
          <p:nvPr/>
        </p:nvSpPr>
        <p:spPr>
          <a:xfrm>
            <a:off x="4084320" y="3484033"/>
            <a:ext cx="1625600" cy="49466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게시글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작성자와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</a:b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정보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일치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시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삭제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8" name="도형 52">
            <a:extLst>
              <a:ext uri="{FF2B5EF4-FFF2-40B4-BE49-F238E27FC236}">
                <a16:creationId xmlns:a16="http://schemas.microsoft.com/office/drawing/2014/main" id="{BFF03082-FBDB-92A9-407F-2D49A8EE3FF3}"/>
              </a:ext>
            </a:extLst>
          </p:cNvPr>
          <p:cNvSpPr/>
          <p:nvPr/>
        </p:nvSpPr>
        <p:spPr>
          <a:xfrm>
            <a:off x="6182360" y="3558963"/>
            <a:ext cx="1219200" cy="35623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삭제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9" name="도형 51">
            <a:extLst>
              <a:ext uri="{FF2B5EF4-FFF2-40B4-BE49-F238E27FC236}">
                <a16:creationId xmlns:a16="http://schemas.microsoft.com/office/drawing/2014/main" id="{F4F8AE37-E51F-4D10-36F4-52C6E12B279E}"/>
              </a:ext>
            </a:extLst>
          </p:cNvPr>
          <p:cNvSpPr/>
          <p:nvPr/>
        </p:nvSpPr>
        <p:spPr>
          <a:xfrm>
            <a:off x="5126355" y="2969789"/>
            <a:ext cx="1663700" cy="66865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비일치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시 </a:t>
            </a:r>
            <a:br>
              <a:rPr lang="en-US" altLang="ko-KR" sz="1000" b="0" strike="noStrike" cap="none" dirty="0">
                <a:latin typeface="맑은 고딕"/>
                <a:ea typeface="맑은 고딕"/>
              </a:rPr>
            </a:br>
            <a:r>
              <a:rPr lang="ko-KR" altLang="en-US" sz="1000" b="0" strike="noStrike" cap="none" dirty="0" err="1">
                <a:latin typeface="맑은 고딕"/>
                <a:ea typeface="맑은 고딕"/>
              </a:rPr>
              <a:t>경고창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20" name="도형 44">
            <a:extLst>
              <a:ext uri="{FF2B5EF4-FFF2-40B4-BE49-F238E27FC236}">
                <a16:creationId xmlns:a16="http://schemas.microsoft.com/office/drawing/2014/main" id="{998047A7-E637-6D02-859E-055ADCA2B7E1}"/>
              </a:ext>
            </a:extLst>
          </p:cNvPr>
          <p:cNvSpPr/>
          <p:nvPr/>
        </p:nvSpPr>
        <p:spPr>
          <a:xfrm>
            <a:off x="6554577" y="2067031"/>
            <a:ext cx="1647825" cy="66865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양식과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> </a:t>
            </a:r>
          </a:p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latin typeface="맑은 고딕"/>
                <a:ea typeface="맑은 고딕"/>
              </a:rPr>
              <a:t>다른경우</a:t>
            </a:r>
            <a:r>
              <a:rPr lang="en-US" altLang="ko-KR" sz="1000" b="0" strike="noStrike" cap="none" dirty="0">
                <a:latin typeface="맑은 고딕"/>
                <a:ea typeface="맑은 고딕"/>
              </a:rPr>
              <a:t/>
            </a:r>
            <a:br>
              <a:rPr lang="en-US" altLang="ko-KR" sz="1000" b="0" strike="noStrike" cap="none" dirty="0">
                <a:latin typeface="맑은 고딕"/>
                <a:ea typeface="맑은 고딕"/>
              </a:rPr>
            </a:br>
            <a:r>
              <a:rPr lang="ko-KR" altLang="en-US" sz="1000" b="0" strike="noStrike" cap="none" dirty="0" err="1">
                <a:latin typeface="맑은 고딕"/>
                <a:ea typeface="맑은 고딕"/>
              </a:rPr>
              <a:t>경고창</a:t>
            </a:r>
            <a:r>
              <a:rPr lang="ko-KR" altLang="en-US" sz="1000" b="0" strike="noStrike" cap="none" dirty="0">
                <a:latin typeface="맑은 고딕"/>
                <a:ea typeface="맑은 고딕"/>
              </a:rPr>
              <a:t> 출력</a:t>
            </a:r>
          </a:p>
        </p:txBody>
      </p:sp>
      <p:cxnSp>
        <p:nvCxnSpPr>
          <p:cNvPr id="21" name="도형 105">
            <a:extLst>
              <a:ext uri="{FF2B5EF4-FFF2-40B4-BE49-F238E27FC236}">
                <a16:creationId xmlns:a16="http://schemas.microsoft.com/office/drawing/2014/main" id="{84357C1A-E896-1DA0-91C3-D1069A97FE6A}"/>
              </a:ext>
            </a:extLst>
          </p:cNvPr>
          <p:cNvCxnSpPr>
            <a:cxnSpLocks/>
          </p:cNvCxnSpPr>
          <p:nvPr/>
        </p:nvCxnSpPr>
        <p:spPr>
          <a:xfrm>
            <a:off x="1827546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0903DC6-6E21-DE02-7345-6CEDE1FCB527}"/>
              </a:ext>
            </a:extLst>
          </p:cNvPr>
          <p:cNvCxnSpPr>
            <a:cxnSpLocks/>
          </p:cNvCxnSpPr>
          <p:nvPr/>
        </p:nvCxnSpPr>
        <p:spPr>
          <a:xfrm>
            <a:off x="1827546" y="1958922"/>
            <a:ext cx="0" cy="268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도형 105">
            <a:extLst>
              <a:ext uri="{FF2B5EF4-FFF2-40B4-BE49-F238E27FC236}">
                <a16:creationId xmlns:a16="http://schemas.microsoft.com/office/drawing/2014/main" id="{1EE1ADCD-647A-A535-B737-753C4A8B4B10}"/>
              </a:ext>
            </a:extLst>
          </p:cNvPr>
          <p:cNvCxnSpPr>
            <a:cxnSpLocks/>
          </p:cNvCxnSpPr>
          <p:nvPr/>
        </p:nvCxnSpPr>
        <p:spPr>
          <a:xfrm>
            <a:off x="1827546" y="4636786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도형 105">
            <a:extLst>
              <a:ext uri="{FF2B5EF4-FFF2-40B4-BE49-F238E27FC236}">
                <a16:creationId xmlns:a16="http://schemas.microsoft.com/office/drawing/2014/main" id="{CCA8E366-6E91-C474-43FE-6CBA20760B93}"/>
              </a:ext>
            </a:extLst>
          </p:cNvPr>
          <p:cNvCxnSpPr>
            <a:cxnSpLocks/>
          </p:cNvCxnSpPr>
          <p:nvPr/>
        </p:nvCxnSpPr>
        <p:spPr>
          <a:xfrm>
            <a:off x="1827546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도형 105">
            <a:extLst>
              <a:ext uri="{FF2B5EF4-FFF2-40B4-BE49-F238E27FC236}">
                <a16:creationId xmlns:a16="http://schemas.microsoft.com/office/drawing/2014/main" id="{20271B90-33BF-B3DA-82B6-E631DCAEF252}"/>
              </a:ext>
            </a:extLst>
          </p:cNvPr>
          <p:cNvCxnSpPr>
            <a:cxnSpLocks/>
          </p:cNvCxnSpPr>
          <p:nvPr/>
        </p:nvCxnSpPr>
        <p:spPr>
          <a:xfrm>
            <a:off x="1827546" y="374118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도형 105">
            <a:extLst>
              <a:ext uri="{FF2B5EF4-FFF2-40B4-BE49-F238E27FC236}">
                <a16:creationId xmlns:a16="http://schemas.microsoft.com/office/drawing/2014/main" id="{F512C0B8-0EBF-DE2B-801D-057CC818BCAA}"/>
              </a:ext>
            </a:extLst>
          </p:cNvPr>
          <p:cNvCxnSpPr>
            <a:cxnSpLocks/>
          </p:cNvCxnSpPr>
          <p:nvPr/>
        </p:nvCxnSpPr>
        <p:spPr>
          <a:xfrm>
            <a:off x="3685556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도형 105">
            <a:extLst>
              <a:ext uri="{FF2B5EF4-FFF2-40B4-BE49-F238E27FC236}">
                <a16:creationId xmlns:a16="http://schemas.microsoft.com/office/drawing/2014/main" id="{73186184-0A12-11F8-390E-A239E8EA9BA1}"/>
              </a:ext>
            </a:extLst>
          </p:cNvPr>
          <p:cNvCxnSpPr>
            <a:cxnSpLocks/>
          </p:cNvCxnSpPr>
          <p:nvPr/>
        </p:nvCxnSpPr>
        <p:spPr>
          <a:xfrm>
            <a:off x="3685556" y="4636786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도형 105">
            <a:extLst>
              <a:ext uri="{FF2B5EF4-FFF2-40B4-BE49-F238E27FC236}">
                <a16:creationId xmlns:a16="http://schemas.microsoft.com/office/drawing/2014/main" id="{4BEA6729-3F11-3528-4933-342AF12CFCA2}"/>
              </a:ext>
            </a:extLst>
          </p:cNvPr>
          <p:cNvCxnSpPr>
            <a:cxnSpLocks/>
          </p:cNvCxnSpPr>
          <p:nvPr/>
        </p:nvCxnSpPr>
        <p:spPr>
          <a:xfrm>
            <a:off x="3685556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도형 105">
            <a:extLst>
              <a:ext uri="{FF2B5EF4-FFF2-40B4-BE49-F238E27FC236}">
                <a16:creationId xmlns:a16="http://schemas.microsoft.com/office/drawing/2014/main" id="{3424091B-C893-57A6-15DF-023B3F4B96EE}"/>
              </a:ext>
            </a:extLst>
          </p:cNvPr>
          <p:cNvCxnSpPr>
            <a:cxnSpLocks/>
          </p:cNvCxnSpPr>
          <p:nvPr/>
        </p:nvCxnSpPr>
        <p:spPr>
          <a:xfrm>
            <a:off x="3685556" y="374118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도형 105">
            <a:extLst>
              <a:ext uri="{FF2B5EF4-FFF2-40B4-BE49-F238E27FC236}">
                <a16:creationId xmlns:a16="http://schemas.microsoft.com/office/drawing/2014/main" id="{8534A234-5784-C140-C8E7-78FB232762C0}"/>
              </a:ext>
            </a:extLst>
          </p:cNvPr>
          <p:cNvCxnSpPr>
            <a:cxnSpLocks/>
          </p:cNvCxnSpPr>
          <p:nvPr/>
        </p:nvCxnSpPr>
        <p:spPr>
          <a:xfrm>
            <a:off x="5757544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도형 105">
            <a:extLst>
              <a:ext uri="{FF2B5EF4-FFF2-40B4-BE49-F238E27FC236}">
                <a16:creationId xmlns:a16="http://schemas.microsoft.com/office/drawing/2014/main" id="{E5CA29BB-54C6-2C82-F76C-64EFADC10B4A}"/>
              </a:ext>
            </a:extLst>
          </p:cNvPr>
          <p:cNvCxnSpPr>
            <a:cxnSpLocks/>
          </p:cNvCxnSpPr>
          <p:nvPr/>
        </p:nvCxnSpPr>
        <p:spPr>
          <a:xfrm>
            <a:off x="5757544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도형 105">
            <a:extLst>
              <a:ext uri="{FF2B5EF4-FFF2-40B4-BE49-F238E27FC236}">
                <a16:creationId xmlns:a16="http://schemas.microsoft.com/office/drawing/2014/main" id="{988729C7-90E1-5D9D-7B77-54A2BE765161}"/>
              </a:ext>
            </a:extLst>
          </p:cNvPr>
          <p:cNvCxnSpPr>
            <a:cxnSpLocks/>
          </p:cNvCxnSpPr>
          <p:nvPr/>
        </p:nvCxnSpPr>
        <p:spPr>
          <a:xfrm>
            <a:off x="5757544" y="374118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도형 105">
            <a:extLst>
              <a:ext uri="{FF2B5EF4-FFF2-40B4-BE49-F238E27FC236}">
                <a16:creationId xmlns:a16="http://schemas.microsoft.com/office/drawing/2014/main" id="{3E5856B9-0544-065D-B3A4-909D3BCCC0BE}"/>
              </a:ext>
            </a:extLst>
          </p:cNvPr>
          <p:cNvCxnSpPr>
            <a:cxnSpLocks/>
          </p:cNvCxnSpPr>
          <p:nvPr/>
        </p:nvCxnSpPr>
        <p:spPr>
          <a:xfrm>
            <a:off x="7465694" y="1961304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도형 105">
            <a:extLst>
              <a:ext uri="{FF2B5EF4-FFF2-40B4-BE49-F238E27FC236}">
                <a16:creationId xmlns:a16="http://schemas.microsoft.com/office/drawing/2014/main" id="{68865C34-220E-9787-31B5-1F29C4350B36}"/>
              </a:ext>
            </a:extLst>
          </p:cNvPr>
          <p:cNvCxnSpPr>
            <a:cxnSpLocks/>
          </p:cNvCxnSpPr>
          <p:nvPr/>
        </p:nvCxnSpPr>
        <p:spPr>
          <a:xfrm>
            <a:off x="7465694" y="2833137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B39F962-1EF0-8A8E-B1FD-BA0933CF39AD}"/>
              </a:ext>
            </a:extLst>
          </p:cNvPr>
          <p:cNvCxnSpPr>
            <a:cxnSpLocks/>
          </p:cNvCxnSpPr>
          <p:nvPr/>
        </p:nvCxnSpPr>
        <p:spPr>
          <a:xfrm flipV="1">
            <a:off x="1744556" y="3201461"/>
            <a:ext cx="829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174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" name="도형 39"/>
          <p:cNvSpPr/>
          <p:nvPr/>
        </p:nvSpPr>
        <p:spPr>
          <a:xfrm>
            <a:off x="2110740" y="1425575"/>
            <a:ext cx="1425575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2. 작성 선택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" name="도형 39"/>
          <p:cNvSpPr/>
          <p:nvPr/>
        </p:nvSpPr>
        <p:spPr>
          <a:xfrm>
            <a:off x="6038850" y="1424940"/>
            <a:ext cx="134747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3. 양식에 맞게 작성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" name="도형 39"/>
          <p:cNvSpPr/>
          <p:nvPr/>
        </p:nvSpPr>
        <p:spPr>
          <a:xfrm>
            <a:off x="7871460" y="1425575"/>
            <a:ext cx="92075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4. 작성 완료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" name="텍스트 상자 75"/>
          <p:cNvSpPr txBox="1"/>
          <p:nvPr/>
        </p:nvSpPr>
        <p:spPr>
          <a:xfrm>
            <a:off x="2939097" y="975995"/>
            <a:ext cx="3265805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429550"/>
              </p:ext>
            </p:extLst>
          </p:nvPr>
        </p:nvGraphicFramePr>
        <p:xfrm>
          <a:off x="498475" y="323215"/>
          <a:ext cx="8205470" cy="656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ID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RSP-STAFF-5 ~ 7</a:t>
                      </a:r>
                    </a:p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/ RSP-USER-38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+mn-lt"/>
                          <a:ea typeface="맑은 고딕"/>
                        </a:rPr>
                        <a:t>공지사항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+mn-lt"/>
                          <a:ea typeface="맑은 고딕"/>
                        </a:rPr>
                        <a:t>게시판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+mn-lt"/>
                          <a:ea typeface="맑은 고딕"/>
                        </a:rPr>
                        <a:t>관리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" name="도형 39"/>
          <p:cNvSpPr/>
          <p:nvPr/>
        </p:nvSpPr>
        <p:spPr>
          <a:xfrm>
            <a:off x="4027171" y="4403724"/>
            <a:ext cx="148717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공지사항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목록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1" name="도형 40"/>
          <p:cNvSpPr/>
          <p:nvPr/>
        </p:nvSpPr>
        <p:spPr>
          <a:xfrm>
            <a:off x="7431405" y="4410709"/>
            <a:ext cx="1360805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3. 글 선택 / 글 출력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4" name="도형 43"/>
          <p:cNvSpPr/>
          <p:nvPr/>
        </p:nvSpPr>
        <p:spPr>
          <a:xfrm>
            <a:off x="217170" y="1556644"/>
            <a:ext cx="159766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1. </a:t>
            </a:r>
            <a:r>
              <a:rPr lang="en-US" altLang="ko-KR" sz="1000" dirty="0" err="1">
                <a:solidFill>
                  <a:schemeClr val="bg1"/>
                </a:solidFill>
                <a:ea typeface="맑은 고딕"/>
              </a:rPr>
              <a:t>공지사항</a:t>
            </a: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게시판 선택</a:t>
            </a:r>
          </a:p>
        </p:txBody>
      </p:sp>
      <p:sp>
        <p:nvSpPr>
          <p:cNvPr id="45" name="도형 44"/>
          <p:cNvSpPr/>
          <p:nvPr/>
        </p:nvSpPr>
        <p:spPr>
          <a:xfrm>
            <a:off x="2118360" y="2508511"/>
            <a:ext cx="1425575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수정할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글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후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하단에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6" name="도형 45"/>
          <p:cNvSpPr/>
          <p:nvPr/>
        </p:nvSpPr>
        <p:spPr>
          <a:xfrm>
            <a:off x="3980816" y="2507241"/>
            <a:ext cx="1627504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수정자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관리자등급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일 경우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수정화면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0" name="도형 49"/>
          <p:cNvSpPr/>
          <p:nvPr/>
        </p:nvSpPr>
        <p:spPr>
          <a:xfrm>
            <a:off x="6029325" y="2507241"/>
            <a:ext cx="135382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4. 양식에 맞게 수정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1" name="도형 50"/>
          <p:cNvSpPr/>
          <p:nvPr/>
        </p:nvSpPr>
        <p:spPr>
          <a:xfrm>
            <a:off x="7868920" y="2509781"/>
            <a:ext cx="92075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5. 수정 완료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4" name="도형 53"/>
          <p:cNvSpPr/>
          <p:nvPr/>
        </p:nvSpPr>
        <p:spPr>
          <a:xfrm>
            <a:off x="2110740" y="3556199"/>
            <a:ext cx="1425575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2. 삭제할 글 선택 후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하단에 삭제 선택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5" name="도형 54"/>
          <p:cNvSpPr/>
          <p:nvPr/>
        </p:nvSpPr>
        <p:spPr>
          <a:xfrm>
            <a:off x="3978275" y="3552389"/>
            <a:ext cx="1635125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914400" eaLnBrk="0">
              <a:defRPr/>
            </a:pP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3. </a:t>
            </a:r>
            <a:r>
              <a:rPr lang="en-US" altLang="ko-KR" sz="1000" dirty="0" err="1">
                <a:solidFill>
                  <a:schemeClr val="bg1"/>
                </a:solidFill>
                <a:ea typeface="맑은 고딕"/>
              </a:rPr>
              <a:t>수정자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가</a:t>
            </a: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ko-KR" altLang="en-US" sz="1000" dirty="0" err="1">
                <a:solidFill>
                  <a:schemeClr val="bg1"/>
                </a:solidFill>
                <a:ea typeface="맑은 고딕"/>
              </a:rPr>
              <a:t>관리자등급</a:t>
            </a: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일 경우 삭제</a:t>
            </a:r>
            <a:r>
              <a:rPr lang="en-US" altLang="ko-KR" sz="1000" dirty="0" err="1">
                <a:solidFill>
                  <a:schemeClr val="bg1"/>
                </a:solidFill>
                <a:ea typeface="맑은 고딕"/>
              </a:rPr>
              <a:t>화면</a:t>
            </a: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000" dirty="0" err="1">
                <a:solidFill>
                  <a:schemeClr val="bg1"/>
                </a:solidFill>
                <a:ea typeface="맑은 고딕"/>
              </a:rPr>
              <a:t>출력</a:t>
            </a:r>
            <a:endParaRPr lang="ko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8" name="도형 57"/>
          <p:cNvSpPr/>
          <p:nvPr/>
        </p:nvSpPr>
        <p:spPr>
          <a:xfrm>
            <a:off x="7871460" y="3542864"/>
            <a:ext cx="92075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4. 삭제 완료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1" name="텍스트 상자 70"/>
          <p:cNvSpPr txBox="1"/>
          <p:nvPr/>
        </p:nvSpPr>
        <p:spPr>
          <a:xfrm>
            <a:off x="64770" y="4089399"/>
            <a:ext cx="2572385" cy="25463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050" b="0" strike="noStrike" cap="none" dirty="0">
                <a:latin typeface="맑은 고딕"/>
                <a:ea typeface="맑은 고딕"/>
              </a:rPr>
              <a:t>공지사항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조회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: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/ </a:t>
            </a:r>
            <a:r>
              <a:rPr lang="ko-KR" altLang="en-US" sz="105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05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05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050" b="0" strike="noStrike" cap="none" dirty="0">
              <a:latin typeface="맑은 고딕"/>
              <a:ea typeface="맑은 고딕"/>
            </a:endParaRPr>
          </a:p>
        </p:txBody>
      </p:sp>
      <p:sp>
        <p:nvSpPr>
          <p:cNvPr id="34" name="도형 43"/>
          <p:cNvSpPr/>
          <p:nvPr/>
        </p:nvSpPr>
        <p:spPr>
          <a:xfrm>
            <a:off x="217170" y="4403406"/>
            <a:ext cx="1597660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1.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공지사항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게시판 선택</a:t>
            </a:r>
          </a:p>
        </p:txBody>
      </p:sp>
      <p:sp>
        <p:nvSpPr>
          <p:cNvPr id="39" name="도형 39"/>
          <p:cNvSpPr/>
          <p:nvPr/>
        </p:nvSpPr>
        <p:spPr>
          <a:xfrm>
            <a:off x="217170" y="2507241"/>
            <a:ext cx="1597659" cy="37909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공지사항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목록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42" name="도형 59"/>
          <p:cNvCxnSpPr>
            <a:cxnSpLocks/>
          </p:cNvCxnSpPr>
          <p:nvPr/>
        </p:nvCxnSpPr>
        <p:spPr>
          <a:xfrm>
            <a:off x="1016000" y="1990725"/>
            <a:ext cx="0" cy="41910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BF09AC3-8C18-F378-8854-50BB33C208CD}"/>
              </a:ext>
            </a:extLst>
          </p:cNvPr>
          <p:cNvCxnSpPr>
            <a:cxnSpLocks/>
          </p:cNvCxnSpPr>
          <p:nvPr/>
        </p:nvCxnSpPr>
        <p:spPr>
          <a:xfrm>
            <a:off x="1901189" y="1622424"/>
            <a:ext cx="0" cy="21281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도형 105">
            <a:extLst>
              <a:ext uri="{FF2B5EF4-FFF2-40B4-BE49-F238E27FC236}">
                <a16:creationId xmlns:a16="http://schemas.microsoft.com/office/drawing/2014/main" id="{956A7C36-270C-39DE-9A08-61034F2E1525}"/>
              </a:ext>
            </a:extLst>
          </p:cNvPr>
          <p:cNvCxnSpPr>
            <a:cxnSpLocks/>
          </p:cNvCxnSpPr>
          <p:nvPr/>
        </p:nvCxnSpPr>
        <p:spPr>
          <a:xfrm>
            <a:off x="1901189" y="3750622"/>
            <a:ext cx="182564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도형 105">
            <a:extLst>
              <a:ext uri="{FF2B5EF4-FFF2-40B4-BE49-F238E27FC236}">
                <a16:creationId xmlns:a16="http://schemas.microsoft.com/office/drawing/2014/main" id="{60F4BD4D-51BD-BB6E-555A-05A967B9CCAD}"/>
              </a:ext>
            </a:extLst>
          </p:cNvPr>
          <p:cNvCxnSpPr>
            <a:cxnSpLocks/>
          </p:cNvCxnSpPr>
          <p:nvPr/>
        </p:nvCxnSpPr>
        <p:spPr>
          <a:xfrm>
            <a:off x="3627120" y="1626695"/>
            <a:ext cx="233680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도형 105">
            <a:extLst>
              <a:ext uri="{FF2B5EF4-FFF2-40B4-BE49-F238E27FC236}">
                <a16:creationId xmlns:a16="http://schemas.microsoft.com/office/drawing/2014/main" id="{CE87814D-EC54-7EAF-FCBE-88924CADCB78}"/>
              </a:ext>
            </a:extLst>
          </p:cNvPr>
          <p:cNvCxnSpPr>
            <a:cxnSpLocks/>
          </p:cNvCxnSpPr>
          <p:nvPr/>
        </p:nvCxnSpPr>
        <p:spPr>
          <a:xfrm>
            <a:off x="3627120" y="2699646"/>
            <a:ext cx="29845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도형 105">
            <a:extLst>
              <a:ext uri="{FF2B5EF4-FFF2-40B4-BE49-F238E27FC236}">
                <a16:creationId xmlns:a16="http://schemas.microsoft.com/office/drawing/2014/main" id="{745BE049-BDC1-ACB7-6F50-DFB96B9D535C}"/>
              </a:ext>
            </a:extLst>
          </p:cNvPr>
          <p:cNvCxnSpPr>
            <a:cxnSpLocks/>
          </p:cNvCxnSpPr>
          <p:nvPr/>
        </p:nvCxnSpPr>
        <p:spPr>
          <a:xfrm>
            <a:off x="3627120" y="3750622"/>
            <a:ext cx="29845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도형 105">
            <a:extLst>
              <a:ext uri="{FF2B5EF4-FFF2-40B4-BE49-F238E27FC236}">
                <a16:creationId xmlns:a16="http://schemas.microsoft.com/office/drawing/2014/main" id="{788E7C20-E1F3-8962-253C-5409B48BD830}"/>
              </a:ext>
            </a:extLst>
          </p:cNvPr>
          <p:cNvCxnSpPr>
            <a:cxnSpLocks/>
          </p:cNvCxnSpPr>
          <p:nvPr/>
        </p:nvCxnSpPr>
        <p:spPr>
          <a:xfrm>
            <a:off x="5673090" y="2699646"/>
            <a:ext cx="29845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도형 105">
            <a:extLst>
              <a:ext uri="{FF2B5EF4-FFF2-40B4-BE49-F238E27FC236}">
                <a16:creationId xmlns:a16="http://schemas.microsoft.com/office/drawing/2014/main" id="{7E0FA01E-324F-1621-97E0-1CCC2BEF2991}"/>
              </a:ext>
            </a:extLst>
          </p:cNvPr>
          <p:cNvCxnSpPr>
            <a:cxnSpLocks/>
          </p:cNvCxnSpPr>
          <p:nvPr/>
        </p:nvCxnSpPr>
        <p:spPr>
          <a:xfrm>
            <a:off x="7446010" y="2699646"/>
            <a:ext cx="36068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도형 105">
            <a:extLst>
              <a:ext uri="{FF2B5EF4-FFF2-40B4-BE49-F238E27FC236}">
                <a16:creationId xmlns:a16="http://schemas.microsoft.com/office/drawing/2014/main" id="{4F4C9745-5B1B-93AD-37B2-B18E12390AB4}"/>
              </a:ext>
            </a:extLst>
          </p:cNvPr>
          <p:cNvCxnSpPr>
            <a:cxnSpLocks/>
          </p:cNvCxnSpPr>
          <p:nvPr/>
        </p:nvCxnSpPr>
        <p:spPr>
          <a:xfrm>
            <a:off x="7446010" y="1626695"/>
            <a:ext cx="36068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도형 105">
            <a:extLst>
              <a:ext uri="{FF2B5EF4-FFF2-40B4-BE49-F238E27FC236}">
                <a16:creationId xmlns:a16="http://schemas.microsoft.com/office/drawing/2014/main" id="{1EBDA23D-7490-EB7C-25F6-949D506D7384}"/>
              </a:ext>
            </a:extLst>
          </p:cNvPr>
          <p:cNvCxnSpPr>
            <a:cxnSpLocks/>
          </p:cNvCxnSpPr>
          <p:nvPr/>
        </p:nvCxnSpPr>
        <p:spPr>
          <a:xfrm>
            <a:off x="1901189" y="1626695"/>
            <a:ext cx="182564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도형 105">
            <a:extLst>
              <a:ext uri="{FF2B5EF4-FFF2-40B4-BE49-F238E27FC236}">
                <a16:creationId xmlns:a16="http://schemas.microsoft.com/office/drawing/2014/main" id="{34D0917A-EDB0-3C12-EC10-944543281BAD}"/>
              </a:ext>
            </a:extLst>
          </p:cNvPr>
          <p:cNvCxnSpPr>
            <a:cxnSpLocks/>
          </p:cNvCxnSpPr>
          <p:nvPr/>
        </p:nvCxnSpPr>
        <p:spPr>
          <a:xfrm>
            <a:off x="5673090" y="3750622"/>
            <a:ext cx="213360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도형 105">
            <a:extLst>
              <a:ext uri="{FF2B5EF4-FFF2-40B4-BE49-F238E27FC236}">
                <a16:creationId xmlns:a16="http://schemas.microsoft.com/office/drawing/2014/main" id="{76E3F299-9878-296E-5245-472DC3BD4D99}"/>
              </a:ext>
            </a:extLst>
          </p:cNvPr>
          <p:cNvCxnSpPr>
            <a:cxnSpLocks/>
          </p:cNvCxnSpPr>
          <p:nvPr/>
        </p:nvCxnSpPr>
        <p:spPr>
          <a:xfrm>
            <a:off x="1889759" y="4600257"/>
            <a:ext cx="2088516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도형 105">
            <a:extLst>
              <a:ext uri="{FF2B5EF4-FFF2-40B4-BE49-F238E27FC236}">
                <a16:creationId xmlns:a16="http://schemas.microsoft.com/office/drawing/2014/main" id="{C7BA8033-1846-22C2-1AA0-B8B6E7646790}"/>
              </a:ext>
            </a:extLst>
          </p:cNvPr>
          <p:cNvCxnSpPr>
            <a:cxnSpLocks/>
          </p:cNvCxnSpPr>
          <p:nvPr/>
        </p:nvCxnSpPr>
        <p:spPr>
          <a:xfrm>
            <a:off x="5615940" y="4600257"/>
            <a:ext cx="169545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도형 47"/>
          <p:cNvSpPr/>
          <p:nvPr/>
        </p:nvSpPr>
        <p:spPr>
          <a:xfrm>
            <a:off x="6691312" y="1703705"/>
            <a:ext cx="1870075" cy="76009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latin typeface="맑은 고딕"/>
                <a:ea typeface="맑은 고딕"/>
              </a:rPr>
              <a:t>양식과 다를때</a:t>
            </a:r>
            <a:br>
              <a:rPr lang="en-US" altLang="ko-KR" sz="1000" b="0" strike="noStrike" cap="none">
                <a:latin typeface="맑은 고딕"/>
                <a:ea typeface="맑은 고딕"/>
              </a:rPr>
            </a:br>
            <a:r>
              <a:rPr lang="en-US" altLang="ko-KR" sz="1000" b="0" strike="noStrike" cap="none">
                <a:latin typeface="맑은 고딕"/>
                <a:ea typeface="맑은 고딕"/>
              </a:rPr>
              <a:t>경고창 출력</a:t>
            </a:r>
            <a:endParaRPr lang="ko-KR" altLang="en-US" sz="1000" b="0" strike="noStrike" cap="none">
              <a:latin typeface="맑은 고딕"/>
              <a:ea typeface="맑은 고딕"/>
            </a:endParaRPr>
          </a:p>
        </p:txBody>
      </p:sp>
      <p:cxnSp>
        <p:nvCxnSpPr>
          <p:cNvPr id="47" name="도형 105">
            <a:extLst>
              <a:ext uri="{FF2B5EF4-FFF2-40B4-BE49-F238E27FC236}">
                <a16:creationId xmlns:a16="http://schemas.microsoft.com/office/drawing/2014/main" id="{03B85C53-C6F7-C1A9-A66B-E00200E9D6C4}"/>
              </a:ext>
            </a:extLst>
          </p:cNvPr>
          <p:cNvCxnSpPr>
            <a:cxnSpLocks/>
          </p:cNvCxnSpPr>
          <p:nvPr/>
        </p:nvCxnSpPr>
        <p:spPr>
          <a:xfrm>
            <a:off x="1841183" y="2699646"/>
            <a:ext cx="24257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498475" y="323215"/>
          <a:ext cx="8205470" cy="656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RSP-STAFF-8 ~ 10</a:t>
                      </a:r>
                      <a:b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/ RSP-USER-39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서비스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관리</a:t>
                      </a:r>
                      <a:endParaRPr lang="en-US" altLang="ko-KR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텍스트 상자 75">
            <a:extLst>
              <a:ext uri="{FF2B5EF4-FFF2-40B4-BE49-F238E27FC236}">
                <a16:creationId xmlns:a16="http://schemas.microsoft.com/office/drawing/2014/main" id="{A2420F89-B1CF-C207-34FE-6ECEA5A7B5FF}"/>
              </a:ext>
            </a:extLst>
          </p:cNvPr>
          <p:cNvSpPr txBox="1"/>
          <p:nvPr/>
        </p:nvSpPr>
        <p:spPr>
          <a:xfrm>
            <a:off x="2939097" y="975995"/>
            <a:ext cx="3265805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FE65658-6802-573A-B066-B8932DBF964E}"/>
              </a:ext>
            </a:extLst>
          </p:cNvPr>
          <p:cNvGrpSpPr/>
          <p:nvPr/>
        </p:nvGrpSpPr>
        <p:grpSpPr>
          <a:xfrm>
            <a:off x="629596" y="2031365"/>
            <a:ext cx="7884805" cy="2325687"/>
            <a:chOff x="498475" y="2031365"/>
            <a:chExt cx="7884805" cy="2325687"/>
          </a:xfrm>
        </p:grpSpPr>
        <p:sp>
          <p:nvSpPr>
            <p:cNvPr id="4" name="도형 39"/>
            <p:cNvSpPr/>
            <p:nvPr/>
          </p:nvSpPr>
          <p:spPr>
            <a:xfrm>
              <a:off x="498475" y="2031365"/>
              <a:ext cx="16421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카테고리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관리 페이지 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도형 38"/>
            <p:cNvSpPr/>
            <p:nvPr/>
          </p:nvSpPr>
          <p:spPr>
            <a:xfrm>
              <a:off x="499110" y="3088005"/>
              <a:ext cx="16421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대분류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/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소분류</a:t>
              </a:r>
              <a:r>
                <a:rPr lang="en-US" altLang="ko-KR" sz="1000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목록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0" name="도형 39"/>
            <p:cNvSpPr/>
            <p:nvPr/>
          </p:nvSpPr>
          <p:spPr>
            <a:xfrm>
              <a:off x="2741295" y="2195511"/>
              <a:ext cx="1163952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3. 추가 선택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1" name="도형 40"/>
            <p:cNvSpPr/>
            <p:nvPr/>
          </p:nvSpPr>
          <p:spPr>
            <a:xfrm>
              <a:off x="4751074" y="2192971"/>
              <a:ext cx="16421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4. 추가할 카테고리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이름 작성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2" name="도형 41"/>
            <p:cNvSpPr/>
            <p:nvPr/>
          </p:nvSpPr>
          <p:spPr>
            <a:xfrm>
              <a:off x="7219329" y="2204401"/>
              <a:ext cx="1156966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5.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추가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완료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4" name="도형 43"/>
            <p:cNvSpPr/>
            <p:nvPr/>
          </p:nvSpPr>
          <p:spPr>
            <a:xfrm>
              <a:off x="2734310" y="3084194"/>
              <a:ext cx="1163951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3. 수정 선택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도형 44"/>
            <p:cNvSpPr/>
            <p:nvPr/>
          </p:nvSpPr>
          <p:spPr>
            <a:xfrm>
              <a:off x="4744089" y="3088004"/>
              <a:ext cx="16421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4. 수정할 카테고리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이름 변경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도형 45"/>
            <p:cNvSpPr/>
            <p:nvPr/>
          </p:nvSpPr>
          <p:spPr>
            <a:xfrm>
              <a:off x="7219329" y="3086734"/>
              <a:ext cx="1156966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5. 수정 완료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0" name="도형 49"/>
            <p:cNvSpPr/>
            <p:nvPr/>
          </p:nvSpPr>
          <p:spPr>
            <a:xfrm>
              <a:off x="2741295" y="3968432"/>
              <a:ext cx="1156966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삭제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1" name="도형 50"/>
            <p:cNvSpPr/>
            <p:nvPr/>
          </p:nvSpPr>
          <p:spPr>
            <a:xfrm>
              <a:off x="4744724" y="3973512"/>
              <a:ext cx="16421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4. 삭제할 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카테고리 선택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도형 51"/>
            <p:cNvSpPr/>
            <p:nvPr/>
          </p:nvSpPr>
          <p:spPr>
            <a:xfrm>
              <a:off x="7226314" y="3977957"/>
              <a:ext cx="1156966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5. 삭제 완료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53" name="도형 52"/>
            <p:cNvCxnSpPr>
              <a:cxnSpLocks/>
            </p:cNvCxnSpPr>
            <p:nvPr/>
          </p:nvCxnSpPr>
          <p:spPr>
            <a:xfrm>
              <a:off x="1320800" y="2495550"/>
              <a:ext cx="0" cy="48895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도형 58"/>
            <p:cNvCxnSpPr/>
            <p:nvPr/>
          </p:nvCxnSpPr>
          <p:spPr>
            <a:xfrm flipV="1">
              <a:off x="4013199" y="2382201"/>
              <a:ext cx="628650" cy="3175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도형 59"/>
            <p:cNvCxnSpPr/>
            <p:nvPr/>
          </p:nvCxnSpPr>
          <p:spPr>
            <a:xfrm>
              <a:off x="4013199" y="3273424"/>
              <a:ext cx="628650" cy="4445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도형 60"/>
            <p:cNvCxnSpPr/>
            <p:nvPr/>
          </p:nvCxnSpPr>
          <p:spPr>
            <a:xfrm>
              <a:off x="3992244" y="4157662"/>
              <a:ext cx="649605" cy="5715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04A735B-852D-EEF0-B9A0-6FFBE1626A5E}"/>
                </a:ext>
              </a:extLst>
            </p:cNvPr>
            <p:cNvCxnSpPr>
              <a:cxnSpLocks/>
            </p:cNvCxnSpPr>
            <p:nvPr/>
          </p:nvCxnSpPr>
          <p:spPr>
            <a:xfrm>
              <a:off x="2447289" y="2377439"/>
              <a:ext cx="0" cy="1792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도형 105">
              <a:extLst>
                <a:ext uri="{FF2B5EF4-FFF2-40B4-BE49-F238E27FC236}">
                  <a16:creationId xmlns:a16="http://schemas.microsoft.com/office/drawing/2014/main" id="{6F4A7DB6-5654-F25D-8E21-B0233E14EE1F}"/>
                </a:ext>
              </a:extLst>
            </p:cNvPr>
            <p:cNvCxnSpPr>
              <a:cxnSpLocks/>
            </p:cNvCxnSpPr>
            <p:nvPr/>
          </p:nvCxnSpPr>
          <p:spPr>
            <a:xfrm>
              <a:off x="2447289" y="4167822"/>
              <a:ext cx="182564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도형 105">
              <a:extLst>
                <a:ext uri="{FF2B5EF4-FFF2-40B4-BE49-F238E27FC236}">
                  <a16:creationId xmlns:a16="http://schemas.microsoft.com/office/drawing/2014/main" id="{56051C76-EC1B-89D3-6DE0-4A0A0697119F}"/>
                </a:ext>
              </a:extLst>
            </p:cNvPr>
            <p:cNvCxnSpPr>
              <a:cxnSpLocks/>
            </p:cNvCxnSpPr>
            <p:nvPr/>
          </p:nvCxnSpPr>
          <p:spPr>
            <a:xfrm>
              <a:off x="2219325" y="3285756"/>
              <a:ext cx="410528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도형 58">
              <a:extLst>
                <a:ext uri="{FF2B5EF4-FFF2-40B4-BE49-F238E27FC236}">
                  <a16:creationId xmlns:a16="http://schemas.microsoft.com/office/drawing/2014/main" id="{2B4025F3-8BE2-9385-BC89-CEB74359F975}"/>
                </a:ext>
              </a:extLst>
            </p:cNvPr>
            <p:cNvCxnSpPr/>
            <p:nvPr/>
          </p:nvCxnSpPr>
          <p:spPr>
            <a:xfrm flipV="1">
              <a:off x="6488439" y="2382201"/>
              <a:ext cx="628650" cy="3175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도형 59">
              <a:extLst>
                <a:ext uri="{FF2B5EF4-FFF2-40B4-BE49-F238E27FC236}">
                  <a16:creationId xmlns:a16="http://schemas.microsoft.com/office/drawing/2014/main" id="{39FD219D-72BE-A10E-6BC1-4109CB35B9B7}"/>
                </a:ext>
              </a:extLst>
            </p:cNvPr>
            <p:cNvCxnSpPr/>
            <p:nvPr/>
          </p:nvCxnSpPr>
          <p:spPr>
            <a:xfrm>
              <a:off x="6488439" y="3273424"/>
              <a:ext cx="628650" cy="4445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도형 60">
              <a:extLst>
                <a:ext uri="{FF2B5EF4-FFF2-40B4-BE49-F238E27FC236}">
                  <a16:creationId xmlns:a16="http://schemas.microsoft.com/office/drawing/2014/main" id="{4654DB02-841D-68DD-298F-764399C07E5C}"/>
                </a:ext>
              </a:extLst>
            </p:cNvPr>
            <p:cNvCxnSpPr/>
            <p:nvPr/>
          </p:nvCxnSpPr>
          <p:spPr>
            <a:xfrm>
              <a:off x="6467484" y="4157662"/>
              <a:ext cx="649605" cy="5715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도형 58">
              <a:extLst>
                <a:ext uri="{FF2B5EF4-FFF2-40B4-BE49-F238E27FC236}">
                  <a16:creationId xmlns:a16="http://schemas.microsoft.com/office/drawing/2014/main" id="{AA55DDCF-BB8B-D931-62E1-7EF6921A304F}"/>
                </a:ext>
              </a:extLst>
            </p:cNvPr>
            <p:cNvCxnSpPr>
              <a:cxnSpLocks/>
            </p:cNvCxnSpPr>
            <p:nvPr/>
          </p:nvCxnSpPr>
          <p:spPr>
            <a:xfrm>
              <a:off x="2447289" y="2382201"/>
              <a:ext cx="246379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498475" y="323215"/>
          <a:ext cx="8205470" cy="656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RSP-STAFF-10 ~ 11</a:t>
                      </a:r>
                    </a:p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/ RSP-BUYER-7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서비스 </a:t>
                      </a: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주문</a:t>
                      </a:r>
                      <a:endParaRPr lang="en-US" altLang="ko-KR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텍스트 상자 75">
            <a:extLst>
              <a:ext uri="{FF2B5EF4-FFF2-40B4-BE49-F238E27FC236}">
                <a16:creationId xmlns:a16="http://schemas.microsoft.com/office/drawing/2014/main" id="{2C084167-10CB-0D2C-71A6-439C572949AA}"/>
              </a:ext>
            </a:extLst>
          </p:cNvPr>
          <p:cNvSpPr txBox="1"/>
          <p:nvPr/>
        </p:nvSpPr>
        <p:spPr>
          <a:xfrm>
            <a:off x="2967990" y="995045"/>
            <a:ext cx="3266440" cy="37147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259C1FF-B3F3-B910-5373-87A694114317}"/>
              </a:ext>
            </a:extLst>
          </p:cNvPr>
          <p:cNvGrpSpPr/>
          <p:nvPr/>
        </p:nvGrpSpPr>
        <p:grpSpPr>
          <a:xfrm>
            <a:off x="773429" y="2432791"/>
            <a:ext cx="7751446" cy="1429281"/>
            <a:chOff x="773429" y="2432791"/>
            <a:chExt cx="7751446" cy="1429281"/>
          </a:xfrm>
        </p:grpSpPr>
        <p:sp>
          <p:nvSpPr>
            <p:cNvPr id="85" name="도형 38"/>
            <p:cNvSpPr/>
            <p:nvPr/>
          </p:nvSpPr>
          <p:spPr>
            <a:xfrm>
              <a:off x="773429" y="3482977"/>
              <a:ext cx="1311697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검색</a:t>
              </a:r>
            </a:p>
          </p:txBody>
        </p:sp>
        <p:sp>
          <p:nvSpPr>
            <p:cNvPr id="89" name="도형 43"/>
            <p:cNvSpPr/>
            <p:nvPr/>
          </p:nvSpPr>
          <p:spPr>
            <a:xfrm>
              <a:off x="4784301" y="2935711"/>
              <a:ext cx="16421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견적서 확인 및 협의</a:t>
              </a:r>
            </a:p>
          </p:txBody>
        </p:sp>
        <p:sp>
          <p:nvSpPr>
            <p:cNvPr id="91" name="도형 45"/>
            <p:cNvSpPr/>
            <p:nvPr/>
          </p:nvSpPr>
          <p:spPr>
            <a:xfrm>
              <a:off x="7222913" y="2935711"/>
              <a:ext cx="1301962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주문</a:t>
              </a:r>
            </a:p>
          </p:txBody>
        </p:sp>
        <p:sp>
          <p:nvSpPr>
            <p:cNvPr id="92" name="도형 49"/>
            <p:cNvSpPr/>
            <p:nvPr/>
          </p:nvSpPr>
          <p:spPr>
            <a:xfrm>
              <a:off x="2738966" y="2935711"/>
              <a:ext cx="1279314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조건 선택</a:t>
              </a:r>
            </a:p>
          </p:txBody>
        </p:sp>
        <p:sp>
          <p:nvSpPr>
            <p:cNvPr id="105" name="도형 38"/>
            <p:cNvSpPr/>
            <p:nvPr/>
          </p:nvSpPr>
          <p:spPr>
            <a:xfrm>
              <a:off x="773429" y="2432791"/>
              <a:ext cx="1311697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매칭</a:t>
              </a:r>
            </a:p>
          </p:txBody>
        </p:sp>
        <p:cxnSp>
          <p:nvCxnSpPr>
            <p:cNvPr id="119" name="도형 60"/>
            <p:cNvCxnSpPr>
              <a:cxnSpLocks/>
            </p:cNvCxnSpPr>
            <p:nvPr/>
          </p:nvCxnSpPr>
          <p:spPr>
            <a:xfrm flipV="1">
              <a:off x="2160270" y="3154680"/>
              <a:ext cx="480060" cy="44196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도형 60">
              <a:extLst>
                <a:ext uri="{FF2B5EF4-FFF2-40B4-BE49-F238E27FC236}">
                  <a16:creationId xmlns:a16="http://schemas.microsoft.com/office/drawing/2014/main" id="{AA38D26F-D02C-024B-0040-F4F052B64576}"/>
                </a:ext>
              </a:extLst>
            </p:cNvPr>
            <p:cNvCxnSpPr>
              <a:cxnSpLocks/>
            </p:cNvCxnSpPr>
            <p:nvPr/>
          </p:nvCxnSpPr>
          <p:spPr>
            <a:xfrm>
              <a:off x="2160270" y="2622339"/>
              <a:ext cx="480060" cy="44196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72CEAC9-B5C4-56AB-D043-E4F1564E7D16}"/>
                </a:ext>
              </a:extLst>
            </p:cNvPr>
            <p:cNvCxnSpPr/>
            <p:nvPr/>
          </p:nvCxnSpPr>
          <p:spPr>
            <a:xfrm>
              <a:off x="4086436" y="3125258"/>
              <a:ext cx="603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235021C2-4E20-B9E8-0493-FA74CE742E65}"/>
                </a:ext>
              </a:extLst>
            </p:cNvPr>
            <p:cNvCxnSpPr/>
            <p:nvPr/>
          </p:nvCxnSpPr>
          <p:spPr>
            <a:xfrm>
              <a:off x="6532456" y="3125258"/>
              <a:ext cx="603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" name="텍스트 상자 75"/>
          <p:cNvSpPr txBox="1"/>
          <p:nvPr/>
        </p:nvSpPr>
        <p:spPr>
          <a:xfrm>
            <a:off x="2968625" y="975995"/>
            <a:ext cx="3265805" cy="3708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722330"/>
              </p:ext>
            </p:extLst>
          </p:nvPr>
        </p:nvGraphicFramePr>
        <p:xfrm>
          <a:off x="498475" y="323215"/>
          <a:ext cx="8205470" cy="506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RSP-BUYER-8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위시리스트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58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43CD08F4-99F5-E4E8-74A8-75A46F6B9400}"/>
              </a:ext>
            </a:extLst>
          </p:cNvPr>
          <p:cNvGrpSpPr/>
          <p:nvPr/>
        </p:nvGrpSpPr>
        <p:grpSpPr>
          <a:xfrm>
            <a:off x="1083945" y="1745615"/>
            <a:ext cx="7620000" cy="2637472"/>
            <a:chOff x="800100" y="1745615"/>
            <a:chExt cx="7620000" cy="2637472"/>
          </a:xfrm>
        </p:grpSpPr>
        <p:sp>
          <p:nvSpPr>
            <p:cNvPr id="12" name="도형 39"/>
            <p:cNvSpPr/>
            <p:nvPr/>
          </p:nvSpPr>
          <p:spPr>
            <a:xfrm>
              <a:off x="800100" y="1745615"/>
              <a:ext cx="134239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메인 페이지</a:t>
              </a:r>
            </a:p>
          </p:txBody>
        </p:sp>
        <p:sp>
          <p:nvSpPr>
            <p:cNvPr id="13" name="도형 38"/>
            <p:cNvSpPr/>
            <p:nvPr/>
          </p:nvSpPr>
          <p:spPr>
            <a:xfrm>
              <a:off x="800735" y="2802255"/>
              <a:ext cx="134239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선택</a:t>
              </a:r>
            </a:p>
          </p:txBody>
        </p:sp>
        <p:sp>
          <p:nvSpPr>
            <p:cNvPr id="14" name="도형 39"/>
            <p:cNvSpPr/>
            <p:nvPr/>
          </p:nvSpPr>
          <p:spPr>
            <a:xfrm>
              <a:off x="2802255" y="2802255"/>
              <a:ext cx="167005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위시리스트 버튼</a:t>
              </a:r>
            </a:p>
          </p:txBody>
        </p:sp>
        <p:sp>
          <p:nvSpPr>
            <p:cNvPr id="16" name="도형 41"/>
            <p:cNvSpPr/>
            <p:nvPr/>
          </p:nvSpPr>
          <p:spPr>
            <a:xfrm>
              <a:off x="5128895" y="2802254"/>
              <a:ext cx="16421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추가 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/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삭제 완료</a:t>
              </a:r>
            </a:p>
          </p:txBody>
        </p:sp>
        <p:sp>
          <p:nvSpPr>
            <p:cNvPr id="17" name="도형 43"/>
            <p:cNvSpPr/>
            <p:nvPr/>
          </p:nvSpPr>
          <p:spPr>
            <a:xfrm>
              <a:off x="800736" y="4003992"/>
              <a:ext cx="1357444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1. </a:t>
              </a:r>
              <a:r>
                <a:rPr lang="ko-KR" altLang="en-US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마이페이지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" name="도형 50"/>
            <p:cNvSpPr/>
            <p:nvPr/>
          </p:nvSpPr>
          <p:spPr>
            <a:xfrm>
              <a:off x="5128895" y="3992250"/>
              <a:ext cx="16421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삭제할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위시리스트 </a:t>
              </a:r>
              <a:endPara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클릭</a:t>
              </a:r>
              <a:endPara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2" name="도형 51"/>
            <p:cNvSpPr/>
            <p:nvPr/>
          </p:nvSpPr>
          <p:spPr>
            <a:xfrm>
              <a:off x="7430135" y="3995313"/>
              <a:ext cx="989965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삭제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완료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1" name="도형 50"/>
            <p:cNvSpPr/>
            <p:nvPr/>
          </p:nvSpPr>
          <p:spPr>
            <a:xfrm>
              <a:off x="2802255" y="3998171"/>
              <a:ext cx="16421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위시리스트 목록 출력</a:t>
              </a: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8933C357-B239-9E64-76F6-930D365765D5}"/>
                </a:ext>
              </a:extLst>
            </p:cNvPr>
            <p:cNvCxnSpPr/>
            <p:nvPr/>
          </p:nvCxnSpPr>
          <p:spPr>
            <a:xfrm>
              <a:off x="1485900" y="2190750"/>
              <a:ext cx="0" cy="520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E53ABD10-4B11-E885-4D3A-EDE8650D9A0F}"/>
                </a:ext>
              </a:extLst>
            </p:cNvPr>
            <p:cNvCxnSpPr>
              <a:cxnSpLocks/>
            </p:cNvCxnSpPr>
            <p:nvPr/>
          </p:nvCxnSpPr>
          <p:spPr>
            <a:xfrm>
              <a:off x="2241550" y="3009900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E9237B77-4DB2-5E9C-320E-5CCC4D3BDAB8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009900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6E6BE99F-C840-878A-5F18-4AA40E12ECEF}"/>
                </a:ext>
              </a:extLst>
            </p:cNvPr>
            <p:cNvCxnSpPr>
              <a:cxnSpLocks/>
            </p:cNvCxnSpPr>
            <p:nvPr/>
          </p:nvCxnSpPr>
          <p:spPr>
            <a:xfrm>
              <a:off x="2241550" y="4193539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FDA42563-2287-A765-2A83-BF2327883C1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4193539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E10F0871-8C02-42C6-D6ED-4B0CB5B12550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4193539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06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RSP-BUYER-9 ~ 12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서비스 결제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텍스트 상자 75">
            <a:extLst>
              <a:ext uri="{FF2B5EF4-FFF2-40B4-BE49-F238E27FC236}">
                <a16:creationId xmlns:a16="http://schemas.microsoft.com/office/drawing/2014/main" id="{237E99AD-29AF-BFB5-B5CF-F0DCA817F05E}"/>
              </a:ext>
            </a:extLst>
          </p:cNvPr>
          <p:cNvSpPr txBox="1"/>
          <p:nvPr/>
        </p:nvSpPr>
        <p:spPr>
          <a:xfrm>
            <a:off x="2967990" y="995045"/>
            <a:ext cx="3266440" cy="37147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6528C20-CB9C-3B4A-910B-4A0E8701C913}"/>
              </a:ext>
            </a:extLst>
          </p:cNvPr>
          <p:cNvGrpSpPr/>
          <p:nvPr/>
        </p:nvGrpSpPr>
        <p:grpSpPr>
          <a:xfrm>
            <a:off x="1269047" y="1937706"/>
            <a:ext cx="6733542" cy="2972750"/>
            <a:chOff x="1269047" y="1937706"/>
            <a:chExt cx="6733542" cy="2972750"/>
          </a:xfrm>
        </p:grpSpPr>
        <p:sp>
          <p:nvSpPr>
            <p:cNvPr id="5" name="도형 39"/>
            <p:cNvSpPr/>
            <p:nvPr/>
          </p:nvSpPr>
          <p:spPr>
            <a:xfrm>
              <a:off x="1269047" y="2900047"/>
              <a:ext cx="1249045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1000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주문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" name="도형 39"/>
            <p:cNvSpPr/>
            <p:nvPr/>
          </p:nvSpPr>
          <p:spPr>
            <a:xfrm>
              <a:off x="3154045" y="2896872"/>
              <a:ext cx="110998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결제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" name="도형 39"/>
            <p:cNvSpPr/>
            <p:nvPr/>
          </p:nvSpPr>
          <p:spPr>
            <a:xfrm>
              <a:off x="5105085" y="2484281"/>
              <a:ext cx="1052195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ko-KR" altLang="en-US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이용</a:t>
              </a:r>
            </a:p>
          </p:txBody>
        </p:sp>
        <p:sp>
          <p:nvSpPr>
            <p:cNvPr id="11" name="도형 39"/>
            <p:cNvSpPr/>
            <p:nvPr/>
          </p:nvSpPr>
          <p:spPr>
            <a:xfrm>
              <a:off x="6649404" y="2478566"/>
              <a:ext cx="1353185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5.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</a:t>
              </a:r>
              <a:r>
                <a:rPr lang="ko-KR" altLang="en-US" sz="1000" dirty="0">
                  <a:solidFill>
                    <a:schemeClr val="bg1"/>
                  </a:solidFill>
                  <a:latin typeface="맑은 고딕"/>
                  <a:ea typeface="맑은 고딕"/>
                </a:rPr>
                <a:t>구매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확정</a:t>
              </a:r>
            </a:p>
          </p:txBody>
        </p:sp>
        <p:grpSp>
          <p:nvGrpSpPr>
            <p:cNvPr id="51" name="그룹 50"/>
            <p:cNvGrpSpPr/>
            <p:nvPr/>
          </p:nvGrpSpPr>
          <p:grpSpPr>
            <a:xfrm>
              <a:off x="4154170" y="4066124"/>
              <a:ext cx="2773680" cy="844332"/>
              <a:chOff x="5206365" y="2389505"/>
              <a:chExt cx="2286635" cy="852214"/>
            </a:xfrm>
          </p:grpSpPr>
          <p:sp>
            <p:nvSpPr>
              <p:cNvPr id="2" name="사각형 설명선 1"/>
              <p:cNvSpPr/>
              <p:nvPr/>
            </p:nvSpPr>
            <p:spPr>
              <a:xfrm>
                <a:off x="5206365" y="2389505"/>
                <a:ext cx="2286635" cy="846455"/>
              </a:xfrm>
              <a:prstGeom prst="wedgeRectCallout">
                <a:avLst>
                  <a:gd name="adj1" fmla="val -2781"/>
                  <a:gd name="adj2" fmla="val -90058"/>
                </a:avLst>
              </a:prstGeom>
              <a:solidFill>
                <a:srgbClr val="4DACF3"/>
              </a:solidFill>
              <a:ln w="9525" cap="flat" cmpd="sng">
                <a:solidFill>
                  <a:srgbClr val="4DACF3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779145" ea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1500" b="0" strike="noStrike" cap="none">
                  <a:latin typeface="맑은 고딕"/>
                  <a:ea typeface="맑은 고딕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310505" y="2458720"/>
                <a:ext cx="2105025" cy="782999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indent="0" algn="l" defTabSz="779145" ea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1000" b="0" strike="noStrike" cap="none" dirty="0">
                    <a:solidFill>
                      <a:schemeClr val="bg1"/>
                    </a:solidFill>
                    <a:latin typeface="맑은 고딕"/>
                    <a:ea typeface="맑은 고딕"/>
                  </a:rPr>
                  <a:t>4-1. </a:t>
                </a:r>
                <a:r>
                  <a:rPr lang="ko-KR" altLang="en-US" sz="1000" b="0" strike="noStrike" cap="none" dirty="0">
                    <a:solidFill>
                      <a:schemeClr val="bg1"/>
                    </a:solidFill>
                    <a:latin typeface="맑은 고딕"/>
                    <a:ea typeface="맑은 고딕"/>
                  </a:rPr>
                  <a:t>회원과 전문가 간의 협의를 통해 서비스 일정 취소</a:t>
                </a:r>
                <a:endPara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endParaRPr>
              </a:p>
              <a:p>
                <a:pPr marL="0" indent="0" algn="l" defTabSz="779145" ea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1000" dirty="0">
                    <a:solidFill>
                      <a:schemeClr val="bg1"/>
                    </a:solidFill>
                    <a:latin typeface="맑은 고딕"/>
                    <a:ea typeface="맑은 고딕"/>
                  </a:rPr>
                  <a:t>4-2.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맑은 고딕"/>
                    <a:ea typeface="맑은 고딕"/>
                  </a:rPr>
                  <a:t>설정한 서비스 일정 내 서비스 결제가 이루어지지 않을 시 서비스 자동 취소</a:t>
                </a:r>
                <a:endPara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38" name="도형 37"/>
            <p:cNvSpPr/>
            <p:nvPr/>
          </p:nvSpPr>
          <p:spPr>
            <a:xfrm>
              <a:off x="1269047" y="1937706"/>
              <a:ext cx="1248410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1. </a:t>
              </a:r>
              <a:r>
                <a:rPr lang="ko-KR" altLang="en-US" sz="1000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페이지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43" name="도형 42"/>
            <p:cNvCxnSpPr/>
            <p:nvPr/>
          </p:nvCxnSpPr>
          <p:spPr>
            <a:xfrm flipV="1">
              <a:off x="2604294" y="3086102"/>
              <a:ext cx="469900" cy="381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도형 43"/>
            <p:cNvCxnSpPr>
              <a:cxnSpLocks/>
            </p:cNvCxnSpPr>
            <p:nvPr/>
          </p:nvCxnSpPr>
          <p:spPr>
            <a:xfrm flipV="1">
              <a:off x="4364832" y="2673829"/>
              <a:ext cx="639446" cy="406559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도형 42"/>
            <p:cNvCxnSpPr>
              <a:cxnSpLocks/>
            </p:cNvCxnSpPr>
            <p:nvPr/>
          </p:nvCxnSpPr>
          <p:spPr>
            <a:xfrm>
              <a:off x="1893252" y="2394347"/>
              <a:ext cx="0" cy="418306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도형 39"/>
            <p:cNvSpPr/>
            <p:nvPr/>
          </p:nvSpPr>
          <p:spPr>
            <a:xfrm>
              <a:off x="5105085" y="3284857"/>
              <a:ext cx="1052195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ko-KR" altLang="en-US" sz="95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취소</a:t>
              </a:r>
            </a:p>
          </p:txBody>
        </p:sp>
        <p:sp>
          <p:nvSpPr>
            <p:cNvPr id="61" name="도형 39"/>
            <p:cNvSpPr/>
            <p:nvPr/>
          </p:nvSpPr>
          <p:spPr>
            <a:xfrm>
              <a:off x="6649404" y="3279142"/>
              <a:ext cx="1353185" cy="3790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5.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서비스 </a:t>
              </a:r>
              <a:r>
                <a:rPr lang="ko-KR" altLang="en-US" sz="1000" dirty="0">
                  <a:solidFill>
                    <a:schemeClr val="bg1"/>
                  </a:solidFill>
                  <a:latin typeface="맑은 고딕"/>
                  <a:ea typeface="맑은 고딕"/>
                </a:rPr>
                <a:t>환불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12" name="도형 43">
              <a:extLst>
                <a:ext uri="{FF2B5EF4-FFF2-40B4-BE49-F238E27FC236}">
                  <a16:creationId xmlns:a16="http://schemas.microsoft.com/office/drawing/2014/main" id="{70DE804D-8E42-1F61-063C-4037035BA37B}"/>
                </a:ext>
              </a:extLst>
            </p:cNvPr>
            <p:cNvCxnSpPr>
              <a:cxnSpLocks/>
            </p:cNvCxnSpPr>
            <p:nvPr/>
          </p:nvCxnSpPr>
          <p:spPr>
            <a:xfrm>
              <a:off x="4364832" y="3080545"/>
              <a:ext cx="639446" cy="406559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4A6991D-0BBD-04B5-7C77-F303699DE53E}"/>
                </a:ext>
              </a:extLst>
            </p:cNvPr>
            <p:cNvCxnSpPr/>
            <p:nvPr/>
          </p:nvCxnSpPr>
          <p:spPr>
            <a:xfrm>
              <a:off x="6234430" y="2673829"/>
              <a:ext cx="3695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9A3CEC46-17AB-23BB-0EBE-FD909C5DAC9D}"/>
                </a:ext>
              </a:extLst>
            </p:cNvPr>
            <p:cNvCxnSpPr/>
            <p:nvPr/>
          </p:nvCxnSpPr>
          <p:spPr>
            <a:xfrm>
              <a:off x="6234430" y="3475518"/>
              <a:ext cx="3695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" name="도형 4"/>
          <p:cNvSpPr/>
          <p:nvPr/>
        </p:nvSpPr>
        <p:spPr>
          <a:xfrm>
            <a:off x="205367" y="1780540"/>
            <a:ext cx="1303654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1.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마이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페이지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" name="도형 5"/>
          <p:cNvSpPr/>
          <p:nvPr/>
        </p:nvSpPr>
        <p:spPr>
          <a:xfrm>
            <a:off x="205366" y="2667000"/>
            <a:ext cx="1321683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주문 목록 조회</a:t>
            </a:r>
          </a:p>
        </p:txBody>
      </p:sp>
      <p:sp>
        <p:nvSpPr>
          <p:cNvPr id="7" name="도형 6"/>
          <p:cNvSpPr/>
          <p:nvPr/>
        </p:nvSpPr>
        <p:spPr>
          <a:xfrm>
            <a:off x="1974850" y="2127250"/>
            <a:ext cx="129095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95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일자별</a:t>
            </a:r>
            <a:r>
              <a:rPr lang="ko-KR" altLang="en-US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주문 목록</a:t>
            </a:r>
            <a:r>
              <a:rPr lang="en-US" altLang="ko-KR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endParaRPr lang="ko-KR" altLang="en-US" sz="95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1" name="도형 10"/>
          <p:cNvSpPr/>
          <p:nvPr/>
        </p:nvSpPr>
        <p:spPr>
          <a:xfrm>
            <a:off x="3573781" y="2120265"/>
            <a:ext cx="1592514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주문일정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캘린더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9" name="도형 38"/>
          <p:cNvSpPr/>
          <p:nvPr/>
        </p:nvSpPr>
        <p:spPr>
          <a:xfrm>
            <a:off x="1976120" y="3211830"/>
            <a:ext cx="129603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ko-KR" altLang="en-US" sz="95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서비스별</a:t>
            </a:r>
            <a:r>
              <a:rPr lang="en-US" altLang="ko-KR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5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주문</a:t>
            </a:r>
            <a:endParaRPr lang="en-US" altLang="ko-KR" sz="95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5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내역</a:t>
            </a:r>
            <a:r>
              <a:rPr lang="en-US" altLang="ko-KR" sz="95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5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95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0" name="도형 39"/>
          <p:cNvSpPr/>
          <p:nvPr/>
        </p:nvSpPr>
        <p:spPr>
          <a:xfrm>
            <a:off x="3570605" y="3211830"/>
            <a:ext cx="1536064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원하는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서비스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1" name="도형 40"/>
          <p:cNvSpPr/>
          <p:nvPr/>
        </p:nvSpPr>
        <p:spPr>
          <a:xfrm>
            <a:off x="5403849" y="3211195"/>
            <a:ext cx="135445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서비스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주문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목록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34422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RSP-BUYER-14 ~ 17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95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주문</a:t>
                      </a:r>
                      <a:r>
                        <a:rPr lang="en-US" altLang="ko-KR" sz="95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95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목록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" name="도형 46"/>
          <p:cNvSpPr/>
          <p:nvPr/>
        </p:nvSpPr>
        <p:spPr>
          <a:xfrm>
            <a:off x="7288530" y="3690937"/>
            <a:ext cx="160337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5-1.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목록 내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주문취소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8" name="도형 47"/>
          <p:cNvSpPr/>
          <p:nvPr/>
        </p:nvSpPr>
        <p:spPr>
          <a:xfrm>
            <a:off x="7288530" y="4440871"/>
            <a:ext cx="1614170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5-2.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취소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메세지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34" name="도형 51"/>
          <p:cNvCxnSpPr>
            <a:cxnSpLocks/>
          </p:cNvCxnSpPr>
          <p:nvPr/>
        </p:nvCxnSpPr>
        <p:spPr>
          <a:xfrm>
            <a:off x="880372" y="2205990"/>
            <a:ext cx="0" cy="390525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도형 46"/>
          <p:cNvSpPr/>
          <p:nvPr/>
        </p:nvSpPr>
        <p:spPr>
          <a:xfrm>
            <a:off x="7288529" y="2628581"/>
            <a:ext cx="160337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5-1. </a:t>
            </a:r>
            <a:r>
              <a:rPr lang="ko-KR" altLang="en-US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주문목록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파일 저장</a:t>
            </a:r>
          </a:p>
        </p:txBody>
      </p:sp>
      <p:sp>
        <p:nvSpPr>
          <p:cNvPr id="2" name="텍스트 상자 75">
            <a:extLst>
              <a:ext uri="{FF2B5EF4-FFF2-40B4-BE49-F238E27FC236}">
                <a16:creationId xmlns:a16="http://schemas.microsoft.com/office/drawing/2014/main" id="{E559B006-54E9-50D9-B187-5D9E9611120C}"/>
              </a:ext>
            </a:extLst>
          </p:cNvPr>
          <p:cNvSpPr txBox="1"/>
          <p:nvPr/>
        </p:nvSpPr>
        <p:spPr>
          <a:xfrm>
            <a:off x="2967990" y="995045"/>
            <a:ext cx="3266440" cy="37147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회원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EDEC46F-A112-7F11-8A1C-6751AE6AD40F}"/>
              </a:ext>
            </a:extLst>
          </p:cNvPr>
          <p:cNvCxnSpPr>
            <a:cxnSpLocks/>
          </p:cNvCxnSpPr>
          <p:nvPr/>
        </p:nvCxnSpPr>
        <p:spPr>
          <a:xfrm>
            <a:off x="5145405" y="3402330"/>
            <a:ext cx="233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DB050BE-B43C-7E5D-72BB-445E1BD370E3}"/>
              </a:ext>
            </a:extLst>
          </p:cNvPr>
          <p:cNvGrpSpPr/>
          <p:nvPr/>
        </p:nvGrpSpPr>
        <p:grpSpPr>
          <a:xfrm>
            <a:off x="1691006" y="2299811"/>
            <a:ext cx="233044" cy="1105200"/>
            <a:chOff x="1643381" y="2247106"/>
            <a:chExt cx="233044" cy="1105200"/>
          </a:xfrm>
        </p:grpSpPr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5B1EE217-52F4-705B-ED10-84F325BD5925}"/>
                </a:ext>
              </a:extLst>
            </p:cNvPr>
            <p:cNvCxnSpPr>
              <a:cxnSpLocks/>
            </p:cNvCxnSpPr>
            <p:nvPr/>
          </p:nvCxnSpPr>
          <p:spPr>
            <a:xfrm>
              <a:off x="1643381" y="3349625"/>
              <a:ext cx="2330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EA12DE57-B982-4912-A97C-D08CFB522BA2}"/>
                </a:ext>
              </a:extLst>
            </p:cNvPr>
            <p:cNvCxnSpPr>
              <a:cxnSpLocks/>
            </p:cNvCxnSpPr>
            <p:nvPr/>
          </p:nvCxnSpPr>
          <p:spPr>
            <a:xfrm>
              <a:off x="1643381" y="2251075"/>
              <a:ext cx="2330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79A6EC9-6C7F-0152-8101-A53D8484F508}"/>
                </a:ext>
              </a:extLst>
            </p:cNvPr>
            <p:cNvCxnSpPr>
              <a:cxnSpLocks/>
            </p:cNvCxnSpPr>
            <p:nvPr/>
          </p:nvCxnSpPr>
          <p:spPr>
            <a:xfrm>
              <a:off x="1643381" y="2247106"/>
              <a:ext cx="0" cy="1105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F6F260C-A59E-112C-B189-CA608C0922BE}"/>
              </a:ext>
            </a:extLst>
          </p:cNvPr>
          <p:cNvGrpSpPr/>
          <p:nvPr/>
        </p:nvGrpSpPr>
        <p:grpSpPr>
          <a:xfrm>
            <a:off x="6988807" y="2832100"/>
            <a:ext cx="259399" cy="1108800"/>
            <a:chOff x="1643381" y="2244725"/>
            <a:chExt cx="233044" cy="1108800"/>
          </a:xfrm>
        </p:grpSpPr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81F861E6-8FDD-53EF-4E12-891427B91CDC}"/>
                </a:ext>
              </a:extLst>
            </p:cNvPr>
            <p:cNvCxnSpPr>
              <a:cxnSpLocks/>
            </p:cNvCxnSpPr>
            <p:nvPr/>
          </p:nvCxnSpPr>
          <p:spPr>
            <a:xfrm>
              <a:off x="1643381" y="3349625"/>
              <a:ext cx="2330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848E6A8D-F679-1B0D-75BF-800FF04D4A17}"/>
                </a:ext>
              </a:extLst>
            </p:cNvPr>
            <p:cNvCxnSpPr>
              <a:cxnSpLocks/>
            </p:cNvCxnSpPr>
            <p:nvPr/>
          </p:nvCxnSpPr>
          <p:spPr>
            <a:xfrm>
              <a:off x="1643381" y="2251075"/>
              <a:ext cx="2330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3237DD2-0D8D-F91A-6855-CB626241434D}"/>
                </a:ext>
              </a:extLst>
            </p:cNvPr>
            <p:cNvCxnSpPr>
              <a:cxnSpLocks/>
            </p:cNvCxnSpPr>
            <p:nvPr/>
          </p:nvCxnSpPr>
          <p:spPr>
            <a:xfrm>
              <a:off x="1643381" y="2244725"/>
              <a:ext cx="0" cy="110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8F93125-9E35-18C4-B9EA-F14BDFD1A921}"/>
              </a:ext>
            </a:extLst>
          </p:cNvPr>
          <p:cNvCxnSpPr/>
          <p:nvPr/>
        </p:nvCxnSpPr>
        <p:spPr>
          <a:xfrm>
            <a:off x="6797040" y="3402330"/>
            <a:ext cx="1917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370635D-DC7A-1FA6-D63E-CFC14A50211B}"/>
              </a:ext>
            </a:extLst>
          </p:cNvPr>
          <p:cNvCxnSpPr>
            <a:cxnSpLocks/>
          </p:cNvCxnSpPr>
          <p:nvPr/>
        </p:nvCxnSpPr>
        <p:spPr>
          <a:xfrm>
            <a:off x="3314701" y="3402330"/>
            <a:ext cx="233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A473A04-1CC2-8B86-BAF4-DB4F2F2CFC90}"/>
              </a:ext>
            </a:extLst>
          </p:cNvPr>
          <p:cNvCxnSpPr>
            <a:cxnSpLocks/>
          </p:cNvCxnSpPr>
          <p:nvPr/>
        </p:nvCxnSpPr>
        <p:spPr>
          <a:xfrm>
            <a:off x="3314701" y="2303780"/>
            <a:ext cx="233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97457EA-5381-3060-409C-766EE4BA5A02}"/>
              </a:ext>
            </a:extLst>
          </p:cNvPr>
          <p:cNvCxnSpPr>
            <a:cxnSpLocks/>
          </p:cNvCxnSpPr>
          <p:nvPr/>
        </p:nvCxnSpPr>
        <p:spPr>
          <a:xfrm flipH="1">
            <a:off x="1553208" y="2863215"/>
            <a:ext cx="144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도형 51">
            <a:extLst>
              <a:ext uri="{FF2B5EF4-FFF2-40B4-BE49-F238E27FC236}">
                <a16:creationId xmlns:a16="http://schemas.microsoft.com/office/drawing/2014/main" id="{D06C1405-E0D9-AFF5-D6B5-F51FF46142C3}"/>
              </a:ext>
            </a:extLst>
          </p:cNvPr>
          <p:cNvCxnSpPr>
            <a:cxnSpLocks/>
          </p:cNvCxnSpPr>
          <p:nvPr/>
        </p:nvCxnSpPr>
        <p:spPr>
          <a:xfrm>
            <a:off x="8091806" y="4118610"/>
            <a:ext cx="0" cy="28194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" name="텍스트 상자 3"/>
          <p:cNvSpPr txBox="1"/>
          <p:nvPr/>
        </p:nvSpPr>
        <p:spPr>
          <a:xfrm>
            <a:off x="2968625" y="975995"/>
            <a:ext cx="3266440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800" b="0" strike="noStrike" cap="none" dirty="0">
                <a:latin typeface="맑은 고딕"/>
                <a:ea typeface="맑은 고딕"/>
              </a:rPr>
              <a:t>전문가</a:t>
            </a:r>
            <a:r>
              <a:rPr lang="en-US" altLang="ko-KR" sz="1800" b="0" strike="noStrike" cap="none" dirty="0">
                <a:latin typeface="맑은 고딕"/>
                <a:ea typeface="맑은 고딕"/>
              </a:rPr>
              <a:t> / </a:t>
            </a: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RSP-SELLER-9 ~ 11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매출 현황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5" name="그룹 34">
            <a:extLst>
              <a:ext uri="{FF2B5EF4-FFF2-40B4-BE49-F238E27FC236}">
                <a16:creationId xmlns:a16="http://schemas.microsoft.com/office/drawing/2014/main" id="{3A037C4F-6231-1EBC-4EBE-8089C7109389}"/>
              </a:ext>
            </a:extLst>
          </p:cNvPr>
          <p:cNvGrpSpPr/>
          <p:nvPr/>
        </p:nvGrpSpPr>
        <p:grpSpPr>
          <a:xfrm>
            <a:off x="635966" y="1683385"/>
            <a:ext cx="8067979" cy="2455545"/>
            <a:chOff x="727839" y="1683385"/>
            <a:chExt cx="8067979" cy="2455545"/>
          </a:xfrm>
        </p:grpSpPr>
        <p:sp>
          <p:nvSpPr>
            <p:cNvPr id="40" name="도형 39"/>
            <p:cNvSpPr/>
            <p:nvPr/>
          </p:nvSpPr>
          <p:spPr>
            <a:xfrm>
              <a:off x="2741296" y="1939925"/>
              <a:ext cx="1642745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전문가별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매출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1" name="도형 40"/>
            <p:cNvSpPr/>
            <p:nvPr/>
          </p:nvSpPr>
          <p:spPr>
            <a:xfrm>
              <a:off x="4824080" y="1939925"/>
              <a:ext cx="1724660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전문가별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매출금액과</a:t>
              </a:r>
              <a:endPara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그래프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3" name="도형 42"/>
            <p:cNvSpPr/>
            <p:nvPr/>
          </p:nvSpPr>
          <p:spPr>
            <a:xfrm>
              <a:off x="727839" y="2878772"/>
              <a:ext cx="1395095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매출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페이지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4" name="도형 43"/>
            <p:cNvSpPr/>
            <p:nvPr/>
          </p:nvSpPr>
          <p:spPr>
            <a:xfrm>
              <a:off x="2734946" y="2877820"/>
              <a:ext cx="1642745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2. 총 매출 선택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도형 44"/>
            <p:cNvSpPr/>
            <p:nvPr/>
          </p:nvSpPr>
          <p:spPr>
            <a:xfrm>
              <a:off x="4824715" y="2877820"/>
              <a:ext cx="1724025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3. 총 매출금액과 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>
                  <a:solidFill>
                    <a:schemeClr val="bg1"/>
                  </a:solidFill>
                  <a:latin typeface="맑은 고딕"/>
                  <a:ea typeface="맑은 고딕"/>
                </a:rPr>
                <a:t>그래프 출력</a:t>
              </a:r>
              <a:endParaRPr lang="ko-KR" altLang="en-US" sz="1000" b="0" strike="noStrike" cap="none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도형 45"/>
            <p:cNvSpPr/>
            <p:nvPr/>
          </p:nvSpPr>
          <p:spPr>
            <a:xfrm>
              <a:off x="2736216" y="3759200"/>
              <a:ext cx="1642745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서비스별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매출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도형 46"/>
            <p:cNvSpPr/>
            <p:nvPr/>
          </p:nvSpPr>
          <p:spPr>
            <a:xfrm>
              <a:off x="4824715" y="3759200"/>
              <a:ext cx="1934845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전문가가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등록한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서비스별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매출금액과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그래프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4" name="텍스트 상자 53"/>
            <p:cNvSpPr txBox="1"/>
            <p:nvPr/>
          </p:nvSpPr>
          <p:spPr>
            <a:xfrm>
              <a:off x="2745741" y="1683385"/>
              <a:ext cx="739140" cy="254635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txBody>
            <a:bodyPr vert="horz" wrap="square" lIns="89535" tIns="46355" rIns="89535" bIns="46355" anchor="t">
              <a:spAutoFit/>
            </a:bodyPr>
            <a:lstStyle/>
            <a:p>
              <a:pPr marL="0" indent="0" algn="ctr" defTabSz="5080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50" b="0" strike="noStrike" cap="none">
                  <a:latin typeface="맑은 고딕"/>
                  <a:ea typeface="맑은 고딕"/>
                </a:rPr>
                <a:t>관리자만</a:t>
              </a:r>
              <a:endParaRPr lang="ko-KR" altLang="en-US" sz="1050" b="0" strike="noStrike" cap="none">
                <a:latin typeface="맑은 고딕"/>
                <a:ea typeface="맑은 고딕"/>
              </a:endParaRPr>
            </a:p>
          </p:txBody>
        </p:sp>
        <p:sp>
          <p:nvSpPr>
            <p:cNvPr id="56" name="도형 44"/>
            <p:cNvSpPr/>
            <p:nvPr/>
          </p:nvSpPr>
          <p:spPr>
            <a:xfrm>
              <a:off x="7271500" y="2878772"/>
              <a:ext cx="1524318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매출 내역 파일 저장</a:t>
              </a: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74FE628D-A5CD-CEB7-9792-A1FA88E1703A}"/>
                </a:ext>
              </a:extLst>
            </p:cNvPr>
            <p:cNvCxnSpPr>
              <a:cxnSpLocks/>
            </p:cNvCxnSpPr>
            <p:nvPr/>
          </p:nvCxnSpPr>
          <p:spPr>
            <a:xfrm>
              <a:off x="4452367" y="2129790"/>
              <a:ext cx="3002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도형 105">
              <a:extLst>
                <a:ext uri="{FF2B5EF4-FFF2-40B4-BE49-F238E27FC236}">
                  <a16:creationId xmlns:a16="http://schemas.microsoft.com/office/drawing/2014/main" id="{FFFC9B2D-D7E2-6658-2265-3A9A508DD2A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256" y="2127712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177C85A-EC5F-5906-7427-C4E4F1DA869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256" y="2124736"/>
              <a:ext cx="0" cy="1846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도형 105">
              <a:extLst>
                <a:ext uri="{FF2B5EF4-FFF2-40B4-BE49-F238E27FC236}">
                  <a16:creationId xmlns:a16="http://schemas.microsoft.com/office/drawing/2014/main" id="{C26FA10C-5576-6B81-18F8-9C285E04BD4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256" y="3963987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도형 105">
              <a:extLst>
                <a:ext uri="{FF2B5EF4-FFF2-40B4-BE49-F238E27FC236}">
                  <a16:creationId xmlns:a16="http://schemas.microsoft.com/office/drawing/2014/main" id="{A10C5B46-2FFB-E6A4-AC00-F860900DA9BA}"/>
                </a:ext>
              </a:extLst>
            </p:cNvPr>
            <p:cNvCxnSpPr>
              <a:cxnSpLocks/>
            </p:cNvCxnSpPr>
            <p:nvPr/>
          </p:nvCxnSpPr>
          <p:spPr>
            <a:xfrm>
              <a:off x="2192150" y="3067685"/>
              <a:ext cx="459627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A249DE8-954E-AC83-0697-01B048575662}"/>
                </a:ext>
              </a:extLst>
            </p:cNvPr>
            <p:cNvCxnSpPr>
              <a:cxnSpLocks/>
            </p:cNvCxnSpPr>
            <p:nvPr/>
          </p:nvCxnSpPr>
          <p:spPr>
            <a:xfrm>
              <a:off x="7018338" y="2124736"/>
              <a:ext cx="0" cy="1846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5807FEF-B434-978A-FC1B-5FC6F71BB514}"/>
                </a:ext>
              </a:extLst>
            </p:cNvPr>
            <p:cNvCxnSpPr/>
            <p:nvPr/>
          </p:nvCxnSpPr>
          <p:spPr>
            <a:xfrm flipH="1">
              <a:off x="6616497" y="2127712"/>
              <a:ext cx="40184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1BDBBA92-99F6-57E1-761B-215D21015D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7417" y="3967726"/>
              <a:ext cx="20092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도형 105">
              <a:extLst>
                <a:ext uri="{FF2B5EF4-FFF2-40B4-BE49-F238E27FC236}">
                  <a16:creationId xmlns:a16="http://schemas.microsoft.com/office/drawing/2014/main" id="{B40ABD17-E2C6-56EC-71AF-8BFB80894DCA}"/>
                </a:ext>
              </a:extLst>
            </p:cNvPr>
            <p:cNvCxnSpPr>
              <a:cxnSpLocks/>
            </p:cNvCxnSpPr>
            <p:nvPr/>
          </p:nvCxnSpPr>
          <p:spPr>
            <a:xfrm>
              <a:off x="6654597" y="3067685"/>
              <a:ext cx="564590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22C56ADB-F06E-D02E-8CAE-1210DCF8E65A}"/>
                </a:ext>
              </a:extLst>
            </p:cNvPr>
            <p:cNvCxnSpPr>
              <a:cxnSpLocks/>
            </p:cNvCxnSpPr>
            <p:nvPr/>
          </p:nvCxnSpPr>
          <p:spPr>
            <a:xfrm>
              <a:off x="4452367" y="3067685"/>
              <a:ext cx="3002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FCA88B94-8955-051F-D3A1-97E73F059664}"/>
                </a:ext>
              </a:extLst>
            </p:cNvPr>
            <p:cNvCxnSpPr>
              <a:cxnSpLocks/>
            </p:cNvCxnSpPr>
            <p:nvPr/>
          </p:nvCxnSpPr>
          <p:spPr>
            <a:xfrm>
              <a:off x="4452367" y="3963987"/>
              <a:ext cx="3002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9" name="도형 38"/>
          <p:cNvSpPr/>
          <p:nvPr/>
        </p:nvSpPr>
        <p:spPr>
          <a:xfrm>
            <a:off x="317500" y="1618297"/>
            <a:ext cx="1604010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1.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회원정보조회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0" name="도형 39"/>
          <p:cNvSpPr/>
          <p:nvPr/>
        </p:nvSpPr>
        <p:spPr>
          <a:xfrm>
            <a:off x="318135" y="3344545"/>
            <a:ext cx="1611630" cy="39751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2. </a:t>
            </a:r>
            <a:r>
              <a:rPr lang="ko-KR" altLang="en-US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회원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/ </a:t>
            </a:r>
            <a:r>
              <a:rPr lang="ko-KR" altLang="en-US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전문가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정보</a:t>
            </a:r>
            <a:r>
              <a:rPr lang="en-US" altLang="ko-KR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9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1" name="도형 40"/>
          <p:cNvSpPr/>
          <p:nvPr/>
        </p:nvSpPr>
        <p:spPr>
          <a:xfrm>
            <a:off x="2513640" y="1487170"/>
            <a:ext cx="1821178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조회할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회원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/ 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전문가 정보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2" name="도형 41"/>
          <p:cNvSpPr/>
          <p:nvPr/>
        </p:nvSpPr>
        <p:spPr>
          <a:xfrm>
            <a:off x="5227958" y="1483360"/>
            <a:ext cx="164274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4. 선택한 회원정보 출력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3" name="도형 42"/>
          <p:cNvSpPr/>
          <p:nvPr/>
        </p:nvSpPr>
        <p:spPr>
          <a:xfrm>
            <a:off x="2513639" y="2360867"/>
            <a:ext cx="1257625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3. 추가 선택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4" name="도형 43"/>
          <p:cNvSpPr/>
          <p:nvPr/>
        </p:nvSpPr>
        <p:spPr>
          <a:xfrm>
            <a:off x="4927407" y="2339975"/>
            <a:ext cx="1069849" cy="400622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양식에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맞게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회원정보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입력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5" name="도형 44"/>
          <p:cNvSpPr/>
          <p:nvPr/>
        </p:nvSpPr>
        <p:spPr>
          <a:xfrm>
            <a:off x="7472680" y="2343150"/>
            <a:ext cx="1159510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5. 추가 완료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RSP-STAFF-17 ~ 20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95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회원 관리</a:t>
                      </a:r>
                      <a:endParaRPr lang="ko-KR" altLang="en-US" sz="95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도형 50"/>
          <p:cNvSpPr/>
          <p:nvPr/>
        </p:nvSpPr>
        <p:spPr>
          <a:xfrm>
            <a:off x="2513639" y="3230248"/>
            <a:ext cx="1523899" cy="56514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필요한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회원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정보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/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2" name="도형 51"/>
          <p:cNvSpPr/>
          <p:nvPr/>
        </p:nvSpPr>
        <p:spPr>
          <a:xfrm>
            <a:off x="5778500" y="3384391"/>
            <a:ext cx="1229995" cy="39751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5. 양식에 맞게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회원정보 수정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3" name="도형 52"/>
          <p:cNvSpPr/>
          <p:nvPr/>
        </p:nvSpPr>
        <p:spPr>
          <a:xfrm>
            <a:off x="7481570" y="3377247"/>
            <a:ext cx="1159510" cy="38989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6.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완료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4" name="도형 53"/>
          <p:cNvSpPr/>
          <p:nvPr/>
        </p:nvSpPr>
        <p:spPr>
          <a:xfrm>
            <a:off x="4390197" y="3384391"/>
            <a:ext cx="1074420" cy="39751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4.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수정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7" name="도형 56"/>
          <p:cNvSpPr/>
          <p:nvPr/>
        </p:nvSpPr>
        <p:spPr>
          <a:xfrm>
            <a:off x="2513639" y="4422907"/>
            <a:ext cx="1821177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3.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삭제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필요한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회원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</a:p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정보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선택</a:t>
            </a:r>
            <a:r>
              <a:rPr lang="en-US" altLang="ko-KR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rPr>
              <a:t> / </a:t>
            </a:r>
            <a:r>
              <a:rPr lang="en-US" altLang="ko-KR" sz="1000" b="0" strike="noStrike" cap="none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strike="noStrike" cap="none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8" name="도형 57"/>
          <p:cNvSpPr/>
          <p:nvPr/>
        </p:nvSpPr>
        <p:spPr>
          <a:xfrm>
            <a:off x="7481570" y="4421505"/>
            <a:ext cx="1159510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5. 삭제 완료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9" name="도형 58"/>
          <p:cNvSpPr/>
          <p:nvPr/>
        </p:nvSpPr>
        <p:spPr>
          <a:xfrm>
            <a:off x="4927407" y="4421505"/>
            <a:ext cx="1074420" cy="37973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9144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solidFill>
                  <a:schemeClr val="bg1"/>
                </a:solidFill>
                <a:latin typeface="맑은 고딕"/>
                <a:ea typeface="맑은 고딕"/>
              </a:rPr>
              <a:t>4. 삭제 선택</a:t>
            </a:r>
            <a:endParaRPr lang="ko-KR" altLang="en-US" sz="1000" b="0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상자 75">
            <a:extLst>
              <a:ext uri="{FF2B5EF4-FFF2-40B4-BE49-F238E27FC236}">
                <a16:creationId xmlns:a16="http://schemas.microsoft.com/office/drawing/2014/main" id="{C41A8286-E43E-441F-192B-4F1A2068946E}"/>
              </a:ext>
            </a:extLst>
          </p:cNvPr>
          <p:cNvSpPr txBox="1"/>
          <p:nvPr/>
        </p:nvSpPr>
        <p:spPr>
          <a:xfrm>
            <a:off x="2939097" y="975995"/>
            <a:ext cx="3265805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44E5351-4698-5EAF-38EC-4130D538E9EF}"/>
              </a:ext>
            </a:extLst>
          </p:cNvPr>
          <p:cNvCxnSpPr>
            <a:cxnSpLocks/>
          </p:cNvCxnSpPr>
          <p:nvPr/>
        </p:nvCxnSpPr>
        <p:spPr>
          <a:xfrm>
            <a:off x="1111250" y="2083117"/>
            <a:ext cx="0" cy="1191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63B1712-2D35-AA87-3C32-729E0C5048AE}"/>
              </a:ext>
            </a:extLst>
          </p:cNvPr>
          <p:cNvCxnSpPr>
            <a:cxnSpLocks/>
          </p:cNvCxnSpPr>
          <p:nvPr/>
        </p:nvCxnSpPr>
        <p:spPr>
          <a:xfrm>
            <a:off x="4415155" y="1676400"/>
            <a:ext cx="746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도형 105">
            <a:extLst>
              <a:ext uri="{FF2B5EF4-FFF2-40B4-BE49-F238E27FC236}">
                <a16:creationId xmlns:a16="http://schemas.microsoft.com/office/drawing/2014/main" id="{ADF591F7-6E3D-939C-02CA-7EDC439C2758}"/>
              </a:ext>
            </a:extLst>
          </p:cNvPr>
          <p:cNvCxnSpPr>
            <a:cxnSpLocks/>
          </p:cNvCxnSpPr>
          <p:nvPr/>
        </p:nvCxnSpPr>
        <p:spPr>
          <a:xfrm>
            <a:off x="2206006" y="1672231"/>
            <a:ext cx="224139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270012E-9B13-7AD6-5AF9-0121F080CF79}"/>
              </a:ext>
            </a:extLst>
          </p:cNvPr>
          <p:cNvCxnSpPr>
            <a:cxnSpLocks/>
          </p:cNvCxnSpPr>
          <p:nvPr/>
        </p:nvCxnSpPr>
        <p:spPr>
          <a:xfrm>
            <a:off x="2206006" y="1670050"/>
            <a:ext cx="0" cy="2941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도형 105">
            <a:extLst>
              <a:ext uri="{FF2B5EF4-FFF2-40B4-BE49-F238E27FC236}">
                <a16:creationId xmlns:a16="http://schemas.microsoft.com/office/drawing/2014/main" id="{A2DC1659-0582-0FBA-ABDA-ECA366791B94}"/>
              </a:ext>
            </a:extLst>
          </p:cNvPr>
          <p:cNvCxnSpPr>
            <a:cxnSpLocks/>
          </p:cNvCxnSpPr>
          <p:nvPr/>
        </p:nvCxnSpPr>
        <p:spPr>
          <a:xfrm>
            <a:off x="4122420" y="3596032"/>
            <a:ext cx="212396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도형 105">
            <a:extLst>
              <a:ext uri="{FF2B5EF4-FFF2-40B4-BE49-F238E27FC236}">
                <a16:creationId xmlns:a16="http://schemas.microsoft.com/office/drawing/2014/main" id="{7BCB1A11-5747-7C00-1B8F-E19060A4CE8F}"/>
              </a:ext>
            </a:extLst>
          </p:cNvPr>
          <p:cNvCxnSpPr>
            <a:cxnSpLocks/>
          </p:cNvCxnSpPr>
          <p:nvPr/>
        </p:nvCxnSpPr>
        <p:spPr>
          <a:xfrm>
            <a:off x="2206006" y="2550732"/>
            <a:ext cx="224139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도형 105">
            <a:extLst>
              <a:ext uri="{FF2B5EF4-FFF2-40B4-BE49-F238E27FC236}">
                <a16:creationId xmlns:a16="http://schemas.microsoft.com/office/drawing/2014/main" id="{B2F449BD-4BA2-0C9A-8973-A12752EFB1C4}"/>
              </a:ext>
            </a:extLst>
          </p:cNvPr>
          <p:cNvCxnSpPr>
            <a:cxnSpLocks/>
          </p:cNvCxnSpPr>
          <p:nvPr/>
        </p:nvCxnSpPr>
        <p:spPr>
          <a:xfrm>
            <a:off x="2206006" y="4607560"/>
            <a:ext cx="187977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도형 105">
            <a:extLst>
              <a:ext uri="{FF2B5EF4-FFF2-40B4-BE49-F238E27FC236}">
                <a16:creationId xmlns:a16="http://schemas.microsoft.com/office/drawing/2014/main" id="{F7960A1C-4000-0C77-7C57-540FC49949BD}"/>
              </a:ext>
            </a:extLst>
          </p:cNvPr>
          <p:cNvCxnSpPr>
            <a:cxnSpLocks/>
          </p:cNvCxnSpPr>
          <p:nvPr/>
        </p:nvCxnSpPr>
        <p:spPr>
          <a:xfrm>
            <a:off x="3877781" y="2550732"/>
            <a:ext cx="914074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도형 105">
            <a:extLst>
              <a:ext uri="{FF2B5EF4-FFF2-40B4-BE49-F238E27FC236}">
                <a16:creationId xmlns:a16="http://schemas.microsoft.com/office/drawing/2014/main" id="{AD89558B-4D7D-ADB6-ADD5-D52E9A0D9D0D}"/>
              </a:ext>
            </a:extLst>
          </p:cNvPr>
          <p:cNvCxnSpPr>
            <a:cxnSpLocks/>
          </p:cNvCxnSpPr>
          <p:nvPr/>
        </p:nvCxnSpPr>
        <p:spPr>
          <a:xfrm>
            <a:off x="6124575" y="2550732"/>
            <a:ext cx="1289685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도형 105">
            <a:extLst>
              <a:ext uri="{FF2B5EF4-FFF2-40B4-BE49-F238E27FC236}">
                <a16:creationId xmlns:a16="http://schemas.microsoft.com/office/drawing/2014/main" id="{8515573B-B169-3CC5-9B31-3618DA32CB1A}"/>
              </a:ext>
            </a:extLst>
          </p:cNvPr>
          <p:cNvCxnSpPr>
            <a:cxnSpLocks/>
          </p:cNvCxnSpPr>
          <p:nvPr/>
        </p:nvCxnSpPr>
        <p:spPr>
          <a:xfrm>
            <a:off x="4424680" y="4611370"/>
            <a:ext cx="373380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도형 105">
            <a:extLst>
              <a:ext uri="{FF2B5EF4-FFF2-40B4-BE49-F238E27FC236}">
                <a16:creationId xmlns:a16="http://schemas.microsoft.com/office/drawing/2014/main" id="{752EB20B-3E41-F6E2-DE8B-878505CD6487}"/>
              </a:ext>
            </a:extLst>
          </p:cNvPr>
          <p:cNvCxnSpPr>
            <a:cxnSpLocks/>
          </p:cNvCxnSpPr>
          <p:nvPr/>
        </p:nvCxnSpPr>
        <p:spPr>
          <a:xfrm>
            <a:off x="6124575" y="4611370"/>
            <a:ext cx="1289685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도형 45"/>
          <p:cNvSpPr/>
          <p:nvPr/>
        </p:nvSpPr>
        <p:spPr>
          <a:xfrm>
            <a:off x="5364480" y="2646680"/>
            <a:ext cx="1644015" cy="697865"/>
          </a:xfrm>
          <a:prstGeom prst="star12">
            <a:avLst>
              <a:gd name="adj" fmla="val 37500"/>
            </a:avLst>
          </a:prstGeom>
          <a:solidFill>
            <a:srgbClr val="4DACF3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000" b="0" strike="noStrike" cap="none">
                <a:latin typeface="맑은 고딕"/>
                <a:ea typeface="맑은 고딕"/>
              </a:rPr>
              <a:t>양식과 맞지 </a:t>
            </a:r>
            <a:br>
              <a:rPr lang="en-US" altLang="ko-KR" sz="1000" b="0" strike="noStrike" cap="none">
                <a:latin typeface="맑은 고딕"/>
                <a:ea typeface="맑은 고딕"/>
              </a:rPr>
            </a:br>
            <a:r>
              <a:rPr lang="en-US" altLang="ko-KR" sz="1000" b="0" strike="noStrike" cap="none">
                <a:latin typeface="맑은 고딕"/>
                <a:ea typeface="맑은 고딕"/>
              </a:rPr>
              <a:t>않을 시 </a:t>
            </a:r>
            <a:br>
              <a:rPr lang="en-US" altLang="ko-KR" sz="1000" b="0" strike="noStrike" cap="none">
                <a:latin typeface="맑은 고딕"/>
                <a:ea typeface="맑은 고딕"/>
              </a:rPr>
            </a:br>
            <a:r>
              <a:rPr lang="en-US" altLang="ko-KR" sz="1000" b="0" strike="noStrike" cap="none">
                <a:latin typeface="맑은 고딕"/>
                <a:ea typeface="맑은 고딕"/>
              </a:rPr>
              <a:t>경고창 출력</a:t>
            </a:r>
            <a:endParaRPr lang="ko-KR" altLang="en-US" sz="1000" b="0" strike="noStrike" cap="none">
              <a:latin typeface="맑은 고딕"/>
              <a:ea typeface="맑은 고딕"/>
            </a:endParaRPr>
          </a:p>
        </p:txBody>
      </p:sp>
      <p:cxnSp>
        <p:nvCxnSpPr>
          <p:cNvPr id="56" name="도형 105">
            <a:extLst>
              <a:ext uri="{FF2B5EF4-FFF2-40B4-BE49-F238E27FC236}">
                <a16:creationId xmlns:a16="http://schemas.microsoft.com/office/drawing/2014/main" id="{1AD0195E-5CE3-AE0B-D280-FDCAF3263108}"/>
              </a:ext>
            </a:extLst>
          </p:cNvPr>
          <p:cNvCxnSpPr>
            <a:cxnSpLocks/>
          </p:cNvCxnSpPr>
          <p:nvPr/>
        </p:nvCxnSpPr>
        <p:spPr>
          <a:xfrm>
            <a:off x="2079624" y="3596032"/>
            <a:ext cx="350521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도형 105">
            <a:extLst>
              <a:ext uri="{FF2B5EF4-FFF2-40B4-BE49-F238E27FC236}">
                <a16:creationId xmlns:a16="http://schemas.microsoft.com/office/drawing/2014/main" id="{81168698-44C1-E62C-2F56-B5A163EF3E7E}"/>
              </a:ext>
            </a:extLst>
          </p:cNvPr>
          <p:cNvCxnSpPr>
            <a:cxnSpLocks/>
          </p:cNvCxnSpPr>
          <p:nvPr/>
        </p:nvCxnSpPr>
        <p:spPr>
          <a:xfrm>
            <a:off x="5526358" y="3596032"/>
            <a:ext cx="212396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도형 105">
            <a:extLst>
              <a:ext uri="{FF2B5EF4-FFF2-40B4-BE49-F238E27FC236}">
                <a16:creationId xmlns:a16="http://schemas.microsoft.com/office/drawing/2014/main" id="{34FF368B-3D2D-5155-1564-E341D9E42B4E}"/>
              </a:ext>
            </a:extLst>
          </p:cNvPr>
          <p:cNvCxnSpPr>
            <a:cxnSpLocks/>
          </p:cNvCxnSpPr>
          <p:nvPr/>
        </p:nvCxnSpPr>
        <p:spPr>
          <a:xfrm>
            <a:off x="7073700" y="3596032"/>
            <a:ext cx="311985" cy="0"/>
          </a:xfrm>
          <a:prstGeom prst="straightConnector1">
            <a:avLst/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79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600" b="1" strike="noStrike" cap="none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 strike="noStrike" cap="none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RSP-STAFF-23 ~ 26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950" b="0" strike="noStrike" kern="1200" cap="none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회원 관리</a:t>
                      </a:r>
                      <a:endParaRPr lang="ko-KR" altLang="en-US" sz="950" b="0" strike="noStrike" kern="1200" cap="none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2022.11.30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000" b="0" strike="noStrike" kern="1200" cap="none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strike="noStrike" kern="1200" cap="none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가능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可能</a:t>
                      </a:r>
                      <a:r>
                        <a:rPr lang="en-US" altLang="ko-KR" sz="1000" b="1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텍스트 상자 75">
            <a:extLst>
              <a:ext uri="{FF2B5EF4-FFF2-40B4-BE49-F238E27FC236}">
                <a16:creationId xmlns:a16="http://schemas.microsoft.com/office/drawing/2014/main" id="{5C7DEC18-8DE0-DFC6-30CA-B4AA88F21BE0}"/>
              </a:ext>
            </a:extLst>
          </p:cNvPr>
          <p:cNvSpPr txBox="1"/>
          <p:nvPr/>
        </p:nvSpPr>
        <p:spPr>
          <a:xfrm>
            <a:off x="2939097" y="975995"/>
            <a:ext cx="3265805" cy="37020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508000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1800" b="0" strike="noStrike" cap="none" dirty="0" err="1">
                <a:latin typeface="맑은 고딕"/>
                <a:ea typeface="맑은 고딕"/>
              </a:rPr>
              <a:t>관리자</a:t>
            </a:r>
            <a:endParaRPr lang="ko-KR" altLang="en-US" sz="1800" b="0" strike="noStrike" cap="none" dirty="0">
              <a:latin typeface="맑은 고딕"/>
              <a:ea typeface="맑은 고딕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3303177-8DBA-9BFC-859B-DE89CB2A7C56}"/>
              </a:ext>
            </a:extLst>
          </p:cNvPr>
          <p:cNvGrpSpPr/>
          <p:nvPr/>
        </p:nvGrpSpPr>
        <p:grpSpPr>
          <a:xfrm>
            <a:off x="432020" y="2180908"/>
            <a:ext cx="8183244" cy="1550511"/>
            <a:chOff x="432020" y="2180908"/>
            <a:chExt cx="8183244" cy="1550511"/>
          </a:xfrm>
        </p:grpSpPr>
        <p:sp>
          <p:nvSpPr>
            <p:cNvPr id="52" name="도형 51"/>
            <p:cNvSpPr/>
            <p:nvPr/>
          </p:nvSpPr>
          <p:spPr>
            <a:xfrm>
              <a:off x="7244934" y="2180908"/>
              <a:ext cx="1370330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완료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메세지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출력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3" name="도형 52"/>
            <p:cNvSpPr/>
            <p:nvPr/>
          </p:nvSpPr>
          <p:spPr>
            <a:xfrm>
              <a:off x="2559904" y="2208847"/>
              <a:ext cx="1703597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등급 변경할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회원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5" name="도형 54"/>
            <p:cNvSpPr/>
            <p:nvPr/>
          </p:nvSpPr>
          <p:spPr>
            <a:xfrm>
              <a:off x="2559905" y="3276600"/>
              <a:ext cx="998220" cy="366395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2. </a:t>
              </a:r>
              <a:r>
                <a:rPr lang="ko-KR" altLang="en-US" sz="900" dirty="0">
                  <a:solidFill>
                    <a:schemeClr val="bg1"/>
                  </a:solidFill>
                  <a:latin typeface="맑은 고딕"/>
                  <a:ea typeface="맑은 고딕"/>
                </a:rPr>
                <a:t>리스트 수정</a:t>
              </a:r>
              <a:r>
                <a:rPr lang="en-US" altLang="ko-KR" sz="900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900" dirty="0">
                  <a:solidFill>
                    <a:schemeClr val="bg1"/>
                  </a:solidFill>
                  <a:latin typeface="맑은 고딕"/>
                  <a:ea typeface="맑은 고딕"/>
                </a:rPr>
                <a:t>및 삭제</a:t>
              </a:r>
              <a:endParaRPr lang="ko-KR" altLang="en-US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6" name="도형 55"/>
            <p:cNvSpPr/>
            <p:nvPr/>
          </p:nvSpPr>
          <p:spPr>
            <a:xfrm>
              <a:off x="4000085" y="3270885"/>
              <a:ext cx="1462405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해제할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회원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7" name="도형 56"/>
            <p:cNvSpPr/>
            <p:nvPr/>
          </p:nvSpPr>
          <p:spPr>
            <a:xfrm>
              <a:off x="5904450" y="3268980"/>
              <a:ext cx="895350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4. </a:t>
              </a:r>
              <a:r>
                <a:rPr lang="en-US" altLang="ko-KR" sz="9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완료</a:t>
              </a:r>
              <a:r>
                <a:rPr lang="en-US" altLang="ko-KR" sz="9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</a:t>
              </a:r>
              <a:endParaRPr lang="ko-KR" altLang="en-US" sz="9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도형 57"/>
            <p:cNvSpPr/>
            <p:nvPr/>
          </p:nvSpPr>
          <p:spPr>
            <a:xfrm>
              <a:off x="7258269" y="3181509"/>
              <a:ext cx="1356995" cy="54991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5.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선택한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회원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/>
              </a:r>
              <a:b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</a:b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블랙리스트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-&gt; </a:t>
              </a:r>
            </a:p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일반회원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변경</a:t>
              </a:r>
              <a:endParaRPr lang="ko-KR" altLang="en-US" sz="1000" b="0" strike="noStrike" cap="none" dirty="0">
                <a:solidFill>
                  <a:schemeClr val="bg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9" name="도형 58"/>
            <p:cNvSpPr/>
            <p:nvPr/>
          </p:nvSpPr>
          <p:spPr>
            <a:xfrm>
              <a:off x="432020" y="2713355"/>
              <a:ext cx="1292225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1. </a:t>
              </a:r>
              <a:r>
                <a:rPr lang="ko-KR" altLang="en-US" sz="1000" dirty="0">
                  <a:solidFill>
                    <a:schemeClr val="bg1"/>
                  </a:solidFill>
                  <a:latin typeface="맑은 고딕"/>
                  <a:ea typeface="맑은 고딕"/>
                </a:rPr>
                <a:t>신고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000" b="0" strike="noStrike" cap="none" dirty="0" err="1">
                  <a:solidFill>
                    <a:schemeClr val="bg1"/>
                  </a:solidFill>
                  <a:latin typeface="맑은 고딕"/>
                  <a:ea typeface="맑은 고딕"/>
                </a:rPr>
                <a:t>목록</a:t>
              </a:r>
              <a:r>
                <a:rPr lang="en-US" altLang="ko-KR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조회</a:t>
              </a:r>
            </a:p>
          </p:txBody>
        </p:sp>
        <p:sp>
          <p:nvSpPr>
            <p:cNvPr id="60" name="도형 59"/>
            <p:cNvSpPr/>
            <p:nvPr/>
          </p:nvSpPr>
          <p:spPr>
            <a:xfrm>
              <a:off x="5240186" y="2208847"/>
              <a:ext cx="1028063" cy="379730"/>
            </a:xfrm>
            <a:prstGeom prst="roundRect">
              <a:avLst>
                <a:gd name="adj" fmla="val 16667"/>
              </a:avLst>
            </a:prstGeom>
            <a:solidFill>
              <a:srgbClr val="4DACF3"/>
            </a:solidFill>
            <a:ln w="0">
              <a:noFill/>
            </a:ln>
          </p:spPr>
          <p:txBody>
            <a:bodyPr vert="horz" wrap="square" lIns="90170" tIns="45085" rIns="90170" bIns="45085" anchor="ctr">
              <a:noAutofit/>
            </a:bodyPr>
            <a:lstStyle/>
            <a:p>
              <a:pPr marL="0" indent="0" algn="ctr" defTabSz="914400" ea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9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3. </a:t>
              </a:r>
              <a:r>
                <a:rPr lang="ko-KR" altLang="en-US" sz="900" b="0" strike="noStrike" cap="none" dirty="0">
                  <a:solidFill>
                    <a:schemeClr val="bg1"/>
                  </a:solidFill>
                  <a:latin typeface="맑은 고딕"/>
                  <a:ea typeface="맑은 고딕"/>
                </a:rPr>
                <a:t>등급 변경</a:t>
              </a:r>
            </a:p>
          </p:txBody>
        </p:sp>
        <p:cxnSp>
          <p:nvCxnSpPr>
            <p:cNvPr id="67" name="도형 66"/>
            <p:cNvCxnSpPr>
              <a:cxnSpLocks/>
            </p:cNvCxnSpPr>
            <p:nvPr/>
          </p:nvCxnSpPr>
          <p:spPr>
            <a:xfrm>
              <a:off x="4369655" y="2392997"/>
              <a:ext cx="789940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도형 67"/>
            <p:cNvCxnSpPr>
              <a:cxnSpLocks/>
            </p:cNvCxnSpPr>
            <p:nvPr/>
          </p:nvCxnSpPr>
          <p:spPr>
            <a:xfrm>
              <a:off x="6386201" y="2402522"/>
              <a:ext cx="770214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도형 68"/>
            <p:cNvCxnSpPr>
              <a:cxnSpLocks/>
            </p:cNvCxnSpPr>
            <p:nvPr/>
          </p:nvCxnSpPr>
          <p:spPr>
            <a:xfrm>
              <a:off x="3632736" y="3462020"/>
              <a:ext cx="31305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도형 105">
              <a:extLst>
                <a:ext uri="{FF2B5EF4-FFF2-40B4-BE49-F238E27FC236}">
                  <a16:creationId xmlns:a16="http://schemas.microsoft.com/office/drawing/2014/main" id="{1F3D8FC5-D3B4-D719-BC67-FBE66CAE5934}"/>
                </a:ext>
              </a:extLst>
            </p:cNvPr>
            <p:cNvCxnSpPr>
              <a:cxnSpLocks/>
            </p:cNvCxnSpPr>
            <p:nvPr/>
          </p:nvCxnSpPr>
          <p:spPr>
            <a:xfrm>
              <a:off x="2142928" y="2398712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6A74399-E1F4-85BB-23E5-4868A4AB7AE6}"/>
                </a:ext>
              </a:extLst>
            </p:cNvPr>
            <p:cNvCxnSpPr>
              <a:cxnSpLocks/>
            </p:cNvCxnSpPr>
            <p:nvPr/>
          </p:nvCxnSpPr>
          <p:spPr>
            <a:xfrm>
              <a:off x="2142928" y="2395536"/>
              <a:ext cx="0" cy="106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도형 105">
              <a:extLst>
                <a:ext uri="{FF2B5EF4-FFF2-40B4-BE49-F238E27FC236}">
                  <a16:creationId xmlns:a16="http://schemas.microsoft.com/office/drawing/2014/main" id="{47D96F43-9AB9-45DB-FD8F-E737EF12DF8D}"/>
                </a:ext>
              </a:extLst>
            </p:cNvPr>
            <p:cNvCxnSpPr>
              <a:cxnSpLocks/>
            </p:cNvCxnSpPr>
            <p:nvPr/>
          </p:nvCxnSpPr>
          <p:spPr>
            <a:xfrm>
              <a:off x="2142928" y="3460750"/>
              <a:ext cx="350521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E898246F-39CB-487B-A2C1-1AB36DD36527}"/>
                </a:ext>
              </a:extLst>
            </p:cNvPr>
            <p:cNvCxnSpPr/>
            <p:nvPr/>
          </p:nvCxnSpPr>
          <p:spPr>
            <a:xfrm flipH="1">
              <a:off x="1768695" y="2908300"/>
              <a:ext cx="37423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도형 68">
              <a:extLst>
                <a:ext uri="{FF2B5EF4-FFF2-40B4-BE49-F238E27FC236}">
                  <a16:creationId xmlns:a16="http://schemas.microsoft.com/office/drawing/2014/main" id="{7EF62581-7B6C-DB03-67EC-32B60966CB46}"/>
                </a:ext>
              </a:extLst>
            </p:cNvPr>
            <p:cNvCxnSpPr>
              <a:cxnSpLocks/>
            </p:cNvCxnSpPr>
            <p:nvPr/>
          </p:nvCxnSpPr>
          <p:spPr>
            <a:xfrm>
              <a:off x="5531386" y="3462020"/>
              <a:ext cx="31305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도형 68">
              <a:extLst>
                <a:ext uri="{FF2B5EF4-FFF2-40B4-BE49-F238E27FC236}">
                  <a16:creationId xmlns:a16="http://schemas.microsoft.com/office/drawing/2014/main" id="{E3470681-D335-7B2F-9BA8-A2200577CEC8}"/>
                </a:ext>
              </a:extLst>
            </p:cNvPr>
            <p:cNvCxnSpPr>
              <a:cxnSpLocks/>
            </p:cNvCxnSpPr>
            <p:nvPr/>
          </p:nvCxnSpPr>
          <p:spPr>
            <a:xfrm>
              <a:off x="6872507" y="3462020"/>
              <a:ext cx="313055" cy="0"/>
            </a:xfrm>
            <a:prstGeom prst="straightConnector1">
              <a:avLst/>
            </a:prstGeom>
            <a:ln w="9525" cap="flat" cmpd="sng"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 txBox="1">
            <a:spLocks noGrp="1"/>
          </p:cNvSpPr>
          <p:nvPr>
            <p:ph type="title"/>
          </p:nvPr>
        </p:nvSpPr>
        <p:spPr>
          <a:xfrm>
            <a:off x="235585" y="1360170"/>
            <a:ext cx="8496935" cy="938530"/>
          </a:xfrm>
          <a:prstGeom prst="rect">
            <a:avLst/>
          </a:prstGeom>
        </p:spPr>
        <p:txBody>
          <a:bodyPr vert="horz" wrap="square" lIns="78105" tIns="38735" rIns="78105" bIns="38735" numCol="1" anchor="t">
            <a:no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300" b="1" strike="noStrike" cap="none" dirty="0">
                <a:solidFill>
                  <a:srgbClr val="4DACF3"/>
                </a:solidFill>
                <a:latin typeface="맑은 고딕" charset="0"/>
                <a:ea typeface="맑은 고딕" charset="0"/>
              </a:rPr>
              <a:t>Thank you.</a:t>
            </a:r>
            <a:endParaRPr lang="ko-KR" altLang="en-US" sz="4300" b="1" strike="noStrike" cap="none" dirty="0">
              <a:solidFill>
                <a:srgbClr val="4DACF3"/>
              </a:solidFill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388421"/>
      </p:ext>
    </p:extLst>
  </p:cSld>
  <p:clrMapOvr>
    <a:masterClrMapping/>
  </p:clrMapOvr>
</p:sld>
</file>

<file path=ppt/theme/theme1.xml><?xml version="1.0" encoding="utf-8"?>
<a:theme xmlns:a="http://schemas.openxmlformats.org/drawingml/2006/main" name="오피스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1628</Words>
  <Application>Microsoft Office PowerPoint</Application>
  <PresentationFormat>화면 슬라이드 쇼(16:9)</PresentationFormat>
  <Paragraphs>563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맑은 고딕</vt:lpstr>
      <vt:lpstr>Arial</vt:lpstr>
      <vt:lpstr>Times New Roman</vt:lpstr>
      <vt:lpstr>오피스 테마</vt:lpstr>
      <vt:lpstr>PowerPoint 프레젠테이션</vt:lpstr>
      <vt:lpstr>INDEX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Thank you.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Song chi kwon</dc:creator>
  <cp:lastModifiedBy>seolah</cp:lastModifiedBy>
  <cp:revision>523</cp:revision>
  <dcterms:modified xsi:type="dcterms:W3CDTF">2022-12-01T23:43:09Z</dcterms:modified>
  <cp:version/>
</cp:coreProperties>
</file>