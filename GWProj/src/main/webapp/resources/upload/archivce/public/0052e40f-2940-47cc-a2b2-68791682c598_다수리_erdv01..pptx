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730" autoAdjust="0"/>
    <p:restoredTop sz="94660"/>
  </p:normalViewPr>
  <p:slideViewPr>
    <p:cSldViewPr snapToGrid="0">
      <p:cViewPr varScale="1">
        <p:scale>
          <a:sx n="90" d="100"/>
          <a:sy n="90" d="100"/>
        </p:scale>
        <p:origin x="114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B451BF-2DD5-EB06-67C0-1EA4A60A59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D265E64-E29C-46AE-2D8B-F988F78F0B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2F41F3-B09A-488E-C5DC-EF2367CAA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BD260-E677-4ADF-8F3C-7A1CDF4E8053}" type="datetimeFigureOut">
              <a:rPr lang="ko-KR" altLang="en-US" smtClean="0"/>
              <a:t>2023-02-03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DB5B7B-1C5D-242F-BAB2-1C65C35CE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C2585C-32B5-991B-DD26-8018A4B44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2530-9490-4CE8-BFB8-9A2C4163B9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775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1EB3EB-EDA9-550B-639A-5ACD8C33A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67C131-FB16-CC7E-4EB8-E758B72C20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10281F-0491-E82A-3564-BF0515876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BD260-E677-4ADF-8F3C-7A1CDF4E8053}" type="datetimeFigureOut">
              <a:rPr lang="ko-KR" altLang="en-US" smtClean="0"/>
              <a:t>2023-02-03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4982DE-1026-888E-4E76-B11D8CD0D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B9A8E2-3759-F690-950C-98896F3B6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2530-9490-4CE8-BFB8-9A2C4163B9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1281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807681-93C1-12C0-F129-4C9F6F9F9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D180421-EB39-31F4-B202-B514F1EEC1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D96DA3-DF36-9C4F-B919-0975A1F39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BD260-E677-4ADF-8F3C-7A1CDF4E8053}" type="datetimeFigureOut">
              <a:rPr lang="ko-KR" altLang="en-US" smtClean="0"/>
              <a:t>2023-02-03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1DD7A1-3DCA-381B-E71B-E8142D471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4F2E99-552C-8030-0707-1B8834603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2530-9490-4CE8-BFB8-9A2C4163B9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6128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0AA875-7CF8-9286-51C7-235FDBBFD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CCF019-157D-50A3-58E1-6102A8683E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05CEC04-511B-237F-4753-E2170F6433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8C27BAF-4E9F-6875-3137-96AF66825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BD260-E677-4ADF-8F3C-7A1CDF4E8053}" type="datetimeFigureOut">
              <a:rPr lang="ko-KR" altLang="en-US" smtClean="0"/>
              <a:t>2023-02-03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CDBD9A7-B4EE-E2EF-6ADA-AFABCE1C5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5114980-AF10-DF1E-6923-FD7F9061A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2530-9490-4CE8-BFB8-9A2C4163B9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2501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118DD1-D3E6-B2EE-033D-D65284506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47CB30-E514-F72B-B205-AA9E00FB25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F67DAC5-9CBA-0436-E324-56D8AC900D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77E6560-4253-B7E4-8CC0-48F217A38D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47F9F50-09AF-5C62-9CBC-F9A0997BFA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0C6DFC9-D0E5-8F5D-ADDC-9DE63126B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BD260-E677-4ADF-8F3C-7A1CDF4E8053}" type="datetimeFigureOut">
              <a:rPr lang="ko-KR" altLang="en-US" smtClean="0"/>
              <a:t>2023-02-03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8324F65-EF29-0C4B-567C-F9B3BF576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60C9D17-F95F-F00B-3FCA-5C245D200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2530-9490-4CE8-BFB8-9A2C4163B9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0993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DB1CBC-4008-6A68-7467-F284FA427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0E77757-1895-9C4B-1A16-31C298FD4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BD260-E677-4ADF-8F3C-7A1CDF4E8053}" type="datetimeFigureOut">
              <a:rPr lang="ko-KR" altLang="en-US" smtClean="0"/>
              <a:t>2023-02-03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7FDC9D7-862A-B20F-03F6-815C8B2C7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10898D0-DFA3-E2E6-146A-740BDBD41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2530-9490-4CE8-BFB8-9A2C4163B9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9134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C33F6D2-25B1-4791-4C37-C42D7D1B8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BD260-E677-4ADF-8F3C-7A1CDF4E8053}" type="datetimeFigureOut">
              <a:rPr lang="ko-KR" altLang="en-US" smtClean="0"/>
              <a:t>2023-02-03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DEDE404-0DE6-B09C-7E51-C3AC445C7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5E6840-6206-4B54-ED8C-D937FA36D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2530-9490-4CE8-BFB8-9A2C4163B9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6863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5D704D-7E33-3021-B63F-65F644273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638EC4-9A10-EDA7-D307-2ACE98CEB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06FA89E-1A4E-CC65-2259-C40802E309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1031E0A-93FE-6B8B-92A7-C56698B0A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BD260-E677-4ADF-8F3C-7A1CDF4E8053}" type="datetimeFigureOut">
              <a:rPr lang="ko-KR" altLang="en-US" smtClean="0"/>
              <a:t>2023-02-03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7194A44-2937-0EA3-6C6E-9E82D9CC1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2097766-3D08-F6EF-4B66-685BE8E3F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2530-9490-4CE8-BFB8-9A2C4163B9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7449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D03B27-8A5F-1438-9EB0-FC6034008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D15663C-BB89-EF4C-6A1B-EF43F6055E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16472BF-2F38-FC10-E6DD-2E4E862756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6F00ACE-DDE0-5A93-8125-D9B4BE8DB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BD260-E677-4ADF-8F3C-7A1CDF4E8053}" type="datetimeFigureOut">
              <a:rPr lang="ko-KR" altLang="en-US" smtClean="0"/>
              <a:t>2023-02-03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A383013-B80F-20B8-AD3D-7B55BD9F6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414517B-0064-FA24-AA8C-1EA37E28E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2530-9490-4CE8-BFB8-9A2C4163B9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3756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650910-4046-B56B-60AE-9BDBD5A12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5C4BF23-AED6-50E8-4E2E-FE80D996FE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449F06-7680-0E42-D2B1-2193E986F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BD260-E677-4ADF-8F3C-7A1CDF4E8053}" type="datetimeFigureOut">
              <a:rPr lang="ko-KR" altLang="en-US" smtClean="0"/>
              <a:t>2023-02-03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F32812-17DD-3468-897B-685146D3B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9D54C2-400F-BB7C-410A-75A29B581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2530-9490-4CE8-BFB8-9A2C4163B9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9261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D9D64F5-B8E2-6FDB-C735-8DED404D97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011820C-894B-DA50-CD62-7B7F417EA0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BCC490-8153-00AD-3318-450D316ED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BD260-E677-4ADF-8F3C-7A1CDF4E8053}" type="datetimeFigureOut">
              <a:rPr lang="ko-KR" altLang="en-US" smtClean="0"/>
              <a:t>2023-02-03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18745A-CE6C-A6DE-D838-5406D6B23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86F98F-53AD-4844-45AD-7E81CCEEB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2530-9490-4CE8-BFB8-9A2C4163B9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5666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529E326-1FAD-86D5-39D6-1FB14DF45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CC30AF9-6F51-BAF8-8E1A-9FE57BBDE5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A2421A-252C-4480-2414-7911D46265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3BD260-E677-4ADF-8F3C-7A1CDF4E8053}" type="datetimeFigureOut">
              <a:rPr lang="ko-KR" altLang="en-US" smtClean="0"/>
              <a:t>2023-02-03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25C9ED-A0E2-0321-4FD4-128FA9CD0A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B8A62E-7910-F953-F80D-62FEFA522A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232530-9490-4CE8-BFB8-9A2C4163B9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9035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C7B9180-A4DA-EE2B-DC0F-59EE0ACFA393}"/>
              </a:ext>
            </a:extLst>
          </p:cNvPr>
          <p:cNvSpPr/>
          <p:nvPr/>
        </p:nvSpPr>
        <p:spPr>
          <a:xfrm>
            <a:off x="1765005" y="1592226"/>
            <a:ext cx="1254641" cy="7123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고객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6A709DB-8198-1CE6-D18B-5029A8A2F76A}"/>
              </a:ext>
            </a:extLst>
          </p:cNvPr>
          <p:cNvSpPr/>
          <p:nvPr/>
        </p:nvSpPr>
        <p:spPr>
          <a:xfrm>
            <a:off x="9112103" y="1592226"/>
            <a:ext cx="1254641" cy="7123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직원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EDB5C07-B37F-C9F5-3420-73EB2ECDCC16}"/>
              </a:ext>
            </a:extLst>
          </p:cNvPr>
          <p:cNvSpPr/>
          <p:nvPr/>
        </p:nvSpPr>
        <p:spPr>
          <a:xfrm>
            <a:off x="5438554" y="4524154"/>
            <a:ext cx="1254641" cy="7123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자동차</a:t>
            </a:r>
          </a:p>
        </p:txBody>
      </p:sp>
      <p:sp>
        <p:nvSpPr>
          <p:cNvPr id="8" name="다이아몬드 7">
            <a:extLst>
              <a:ext uri="{FF2B5EF4-FFF2-40B4-BE49-F238E27FC236}">
                <a16:creationId xmlns:a16="http://schemas.microsoft.com/office/drawing/2014/main" id="{13ECA9D9-EB63-8A36-5733-6092ADBFE716}"/>
              </a:ext>
            </a:extLst>
          </p:cNvPr>
          <p:cNvSpPr/>
          <p:nvPr/>
        </p:nvSpPr>
        <p:spPr>
          <a:xfrm>
            <a:off x="3317359" y="3019647"/>
            <a:ext cx="1392864" cy="940981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소유</a:t>
            </a:r>
          </a:p>
        </p:txBody>
      </p:sp>
      <p:sp>
        <p:nvSpPr>
          <p:cNvPr id="9" name="다이아몬드 8">
            <a:extLst>
              <a:ext uri="{FF2B5EF4-FFF2-40B4-BE49-F238E27FC236}">
                <a16:creationId xmlns:a16="http://schemas.microsoft.com/office/drawing/2014/main" id="{86C44929-6D1E-3A2C-0B33-D4FCF01D1875}"/>
              </a:ext>
            </a:extLst>
          </p:cNvPr>
          <p:cNvSpPr/>
          <p:nvPr/>
        </p:nvSpPr>
        <p:spPr>
          <a:xfrm>
            <a:off x="5160335" y="1477926"/>
            <a:ext cx="1811079" cy="940981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서비스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62277AD6-206E-AC5F-67DB-BD8AC24EBCEE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>
            <a:off x="2392326" y="2304607"/>
            <a:ext cx="1621465" cy="715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14BFB624-9918-0629-E2B1-9FD3ED392A92}"/>
              </a:ext>
            </a:extLst>
          </p:cNvPr>
          <p:cNvCxnSpPr>
            <a:cxnSpLocks/>
            <a:stCxn id="8" idx="2"/>
            <a:endCxn id="7" idx="0"/>
          </p:cNvCxnSpPr>
          <p:nvPr/>
        </p:nvCxnSpPr>
        <p:spPr>
          <a:xfrm>
            <a:off x="4013791" y="3960628"/>
            <a:ext cx="2052084" cy="5635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34C373F6-D639-08B3-87D8-4EE31470CE65}"/>
              </a:ext>
            </a:extLst>
          </p:cNvPr>
          <p:cNvCxnSpPr>
            <a:cxnSpLocks/>
          </p:cNvCxnSpPr>
          <p:nvPr/>
        </p:nvCxnSpPr>
        <p:spPr>
          <a:xfrm>
            <a:off x="6041951" y="2418907"/>
            <a:ext cx="0" cy="21052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F76A9B1B-D1C4-2E4D-11C1-051C2ED8E613}"/>
              </a:ext>
            </a:extLst>
          </p:cNvPr>
          <p:cNvCxnSpPr>
            <a:cxnSpLocks/>
          </p:cNvCxnSpPr>
          <p:nvPr/>
        </p:nvCxnSpPr>
        <p:spPr>
          <a:xfrm>
            <a:off x="6971414" y="1891266"/>
            <a:ext cx="21406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229626F5-349B-557C-24D2-9DD66CE0A1D7}"/>
              </a:ext>
            </a:extLst>
          </p:cNvPr>
          <p:cNvCxnSpPr>
            <a:cxnSpLocks/>
          </p:cNvCxnSpPr>
          <p:nvPr/>
        </p:nvCxnSpPr>
        <p:spPr>
          <a:xfrm>
            <a:off x="3019646" y="1891266"/>
            <a:ext cx="21406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타원 24">
            <a:extLst>
              <a:ext uri="{FF2B5EF4-FFF2-40B4-BE49-F238E27FC236}">
                <a16:creationId xmlns:a16="http://schemas.microsoft.com/office/drawing/2014/main" id="{51A41F9B-D0F7-7DF1-5B25-C4693DC664DE}"/>
              </a:ext>
            </a:extLst>
          </p:cNvPr>
          <p:cNvSpPr/>
          <p:nvPr/>
        </p:nvSpPr>
        <p:spPr>
          <a:xfrm>
            <a:off x="7687340" y="277713"/>
            <a:ext cx="1658679" cy="57415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u="sng"/>
              <a:t>직원번호</a:t>
            </a: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699D2BF9-E4AD-E50E-EC2E-D6EAF5C0EA57}"/>
              </a:ext>
            </a:extLst>
          </p:cNvPr>
          <p:cNvSpPr/>
          <p:nvPr/>
        </p:nvSpPr>
        <p:spPr>
          <a:xfrm>
            <a:off x="9441712" y="308342"/>
            <a:ext cx="1010093" cy="57415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이름</a:t>
            </a: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982CA91B-9FAD-FBB7-B7E1-6C09E65C4178}"/>
              </a:ext>
            </a:extLst>
          </p:cNvPr>
          <p:cNvSpPr/>
          <p:nvPr/>
        </p:nvSpPr>
        <p:spPr>
          <a:xfrm>
            <a:off x="10547498" y="308342"/>
            <a:ext cx="1010093" cy="57415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주소</a:t>
            </a: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FAE721C2-F597-7E34-B5BD-AAA79E074399}"/>
              </a:ext>
            </a:extLst>
          </p:cNvPr>
          <p:cNvSpPr/>
          <p:nvPr/>
        </p:nvSpPr>
        <p:spPr>
          <a:xfrm>
            <a:off x="7768856" y="905759"/>
            <a:ext cx="1254641" cy="57415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연락처</a:t>
            </a:r>
            <a:endParaRPr lang="ko-KR" altLang="en-US" dirty="0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40A1B7EB-E9C8-5E8A-C1B1-9CA4FF2C03FB}"/>
              </a:ext>
            </a:extLst>
          </p:cNvPr>
          <p:cNvSpPr/>
          <p:nvPr/>
        </p:nvSpPr>
        <p:spPr>
          <a:xfrm>
            <a:off x="9126280" y="905759"/>
            <a:ext cx="1254641" cy="57415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월급</a:t>
            </a: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C7496BF0-63AE-2DB0-604F-3D74F6524FD8}"/>
              </a:ext>
            </a:extLst>
          </p:cNvPr>
          <p:cNvSpPr/>
          <p:nvPr/>
        </p:nvSpPr>
        <p:spPr>
          <a:xfrm>
            <a:off x="499731" y="308342"/>
            <a:ext cx="1658679" cy="57415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u="sng" dirty="0"/>
              <a:t>고객번호</a:t>
            </a: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B62A5255-2F25-8245-5CDE-23E2B4C120E2}"/>
              </a:ext>
            </a:extLst>
          </p:cNvPr>
          <p:cNvSpPr/>
          <p:nvPr/>
        </p:nvSpPr>
        <p:spPr>
          <a:xfrm>
            <a:off x="2190306" y="308342"/>
            <a:ext cx="1658679" cy="57415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고객명</a:t>
            </a: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8A9F7E94-191B-0CBB-C11C-CA70E8F3E259}"/>
              </a:ext>
            </a:extLst>
          </p:cNvPr>
          <p:cNvSpPr/>
          <p:nvPr/>
        </p:nvSpPr>
        <p:spPr>
          <a:xfrm>
            <a:off x="499730" y="956930"/>
            <a:ext cx="1658679" cy="57415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주소</a:t>
            </a: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F4E60C5B-2CE6-30A1-0585-638E575EB6CD}"/>
              </a:ext>
            </a:extLst>
          </p:cNvPr>
          <p:cNvSpPr/>
          <p:nvPr/>
        </p:nvSpPr>
        <p:spPr>
          <a:xfrm>
            <a:off x="2176129" y="956930"/>
            <a:ext cx="1658679" cy="57415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연락처</a:t>
            </a: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A52CECA9-8247-9FDD-6916-E286515D52C9}"/>
              </a:ext>
            </a:extLst>
          </p:cNvPr>
          <p:cNvSpPr/>
          <p:nvPr/>
        </p:nvSpPr>
        <p:spPr>
          <a:xfrm>
            <a:off x="3620387" y="5418612"/>
            <a:ext cx="2052084" cy="57415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u="sng"/>
              <a:t>자동차번호</a:t>
            </a:r>
            <a:endParaRPr lang="ko-KR" altLang="en-US" u="sng" dirty="0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F2EDD8A9-D83E-9B15-3BEF-257D0C402200}"/>
              </a:ext>
            </a:extLst>
          </p:cNvPr>
          <p:cNvSpPr/>
          <p:nvPr/>
        </p:nvSpPr>
        <p:spPr>
          <a:xfrm>
            <a:off x="5810694" y="5418612"/>
            <a:ext cx="2052084" cy="57415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제조사</a:t>
            </a: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8051B4C4-0B10-0166-9683-DFA395800EA0}"/>
              </a:ext>
            </a:extLst>
          </p:cNvPr>
          <p:cNvSpPr/>
          <p:nvPr/>
        </p:nvSpPr>
        <p:spPr>
          <a:xfrm>
            <a:off x="3620387" y="6130993"/>
            <a:ext cx="2052084" cy="57415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연식</a:t>
            </a: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AAE6D1E6-D8C4-DCD9-B47F-8B642CE12552}"/>
              </a:ext>
            </a:extLst>
          </p:cNvPr>
          <p:cNvSpPr/>
          <p:nvPr/>
        </p:nvSpPr>
        <p:spPr>
          <a:xfrm>
            <a:off x="5810694" y="6130993"/>
            <a:ext cx="2052084" cy="57415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주행거리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E74FD76-B804-23C2-8D7C-1A0FBE192623}"/>
              </a:ext>
            </a:extLst>
          </p:cNvPr>
          <p:cNvSpPr txBox="1"/>
          <p:nvPr/>
        </p:nvSpPr>
        <p:spPr>
          <a:xfrm>
            <a:off x="2034654" y="236574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2A1C452-35D8-6DD7-6F40-ECBAEA7F1E39}"/>
              </a:ext>
            </a:extLst>
          </p:cNvPr>
          <p:cNvSpPr txBox="1"/>
          <p:nvPr/>
        </p:nvSpPr>
        <p:spPr>
          <a:xfrm>
            <a:off x="4934686" y="4417385"/>
            <a:ext cx="360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N</a:t>
            </a:r>
            <a:endParaRPr lang="ko-KR" altLang="en-US" dirty="0"/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1100B305-EC6F-2BA0-CF10-513DA85D15F3}"/>
              </a:ext>
            </a:extLst>
          </p:cNvPr>
          <p:cNvSpPr/>
          <p:nvPr/>
        </p:nvSpPr>
        <p:spPr>
          <a:xfrm>
            <a:off x="4556053" y="271873"/>
            <a:ext cx="1254641" cy="57415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서비스번호</a:t>
            </a: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92075605-CFB0-5C1F-55BA-0505B33FE8EE}"/>
              </a:ext>
            </a:extLst>
          </p:cNvPr>
          <p:cNvSpPr/>
          <p:nvPr/>
        </p:nvSpPr>
        <p:spPr>
          <a:xfrm>
            <a:off x="5980815" y="430626"/>
            <a:ext cx="1254641" cy="57415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수리비</a:t>
            </a:r>
            <a:endParaRPr lang="ko-KR" altLang="en-US" dirty="0"/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F2B2D2BA-6827-663F-7CB7-9AF1972FF6D6}"/>
              </a:ext>
            </a:extLst>
          </p:cNvPr>
          <p:cNvSpPr/>
          <p:nvPr/>
        </p:nvSpPr>
        <p:spPr>
          <a:xfrm>
            <a:off x="4632250" y="919130"/>
            <a:ext cx="1555899" cy="57415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수리시간</a:t>
            </a:r>
            <a:endParaRPr lang="ko-KR" alt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774EF01-BAAE-61B7-D7A4-5A29E01EC410}"/>
              </a:ext>
            </a:extLst>
          </p:cNvPr>
          <p:cNvSpPr txBox="1"/>
          <p:nvPr/>
        </p:nvSpPr>
        <p:spPr>
          <a:xfrm>
            <a:off x="3005468" y="154438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310C046-D75A-D7AC-78A5-2809E8EC00A3}"/>
              </a:ext>
            </a:extLst>
          </p:cNvPr>
          <p:cNvSpPr txBox="1"/>
          <p:nvPr/>
        </p:nvSpPr>
        <p:spPr>
          <a:xfrm>
            <a:off x="4934686" y="1586765"/>
            <a:ext cx="360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N</a:t>
            </a:r>
            <a:endParaRPr lang="ko-KR" alt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2270344-B859-6728-99E1-1147F7C6134C}"/>
              </a:ext>
            </a:extLst>
          </p:cNvPr>
          <p:cNvSpPr txBox="1"/>
          <p:nvPr/>
        </p:nvSpPr>
        <p:spPr>
          <a:xfrm>
            <a:off x="8659325" y="158676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2A96F8F-F302-BB98-4E87-8D93B850C6A4}"/>
              </a:ext>
            </a:extLst>
          </p:cNvPr>
          <p:cNvSpPr txBox="1"/>
          <p:nvPr/>
        </p:nvSpPr>
        <p:spPr>
          <a:xfrm>
            <a:off x="6828641" y="1586765"/>
            <a:ext cx="360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N</a:t>
            </a:r>
            <a:endParaRPr lang="ko-KR" alt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023B74E-2483-4C0D-6A3F-DAA3BEA528B4}"/>
              </a:ext>
            </a:extLst>
          </p:cNvPr>
          <p:cNvSpPr txBox="1"/>
          <p:nvPr/>
        </p:nvSpPr>
        <p:spPr>
          <a:xfrm>
            <a:off x="6090429" y="417594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D2F1661-25D3-A245-C190-3C2BBAA8B1D8}"/>
              </a:ext>
            </a:extLst>
          </p:cNvPr>
          <p:cNvSpPr txBox="1"/>
          <p:nvPr/>
        </p:nvSpPr>
        <p:spPr>
          <a:xfrm>
            <a:off x="6041951" y="2567697"/>
            <a:ext cx="360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559737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29</Words>
  <Application>Microsoft Office PowerPoint</Application>
  <PresentationFormat>와이드스크린</PresentationFormat>
  <Paragraphs>29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SEM-PC</dc:creator>
  <cp:lastModifiedBy>SEM-PC</cp:lastModifiedBy>
  <cp:revision>6</cp:revision>
  <dcterms:created xsi:type="dcterms:W3CDTF">2023-02-03T02:09:12Z</dcterms:created>
  <dcterms:modified xsi:type="dcterms:W3CDTF">2023-02-03T02:20:35Z</dcterms:modified>
</cp:coreProperties>
</file>